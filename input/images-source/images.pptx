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92" r:id="rId2"/>
  </p:sldMasterIdLst>
  <p:notesMasterIdLst>
    <p:notesMasterId r:id="rId10"/>
  </p:notesMasterIdLst>
  <p:handoutMasterIdLst>
    <p:handoutMasterId r:id="rId11"/>
  </p:handoutMasterIdLst>
  <p:sldIdLst>
    <p:sldId id="2147480223" r:id="rId3"/>
    <p:sldId id="2147480308" r:id="rId4"/>
    <p:sldId id="2147480301" r:id="rId5"/>
    <p:sldId id="2147480334" r:id="rId6"/>
    <p:sldId id="2147480360" r:id="rId7"/>
    <p:sldId id="2147480175" r:id="rId8"/>
    <p:sldId id="2147480361" r:id="rId9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-126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-126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-126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-126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-126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-126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-126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-126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-126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A6A98C1C-3F87-4A60-9A76-B8C277C87CA8}">
          <p14:sldIdLst/>
        </p14:section>
        <p14:section name="Introduction" id="{BD44A0C2-3174-4010-A3CD-019FA4D60D7F}">
          <p14:sldIdLst>
            <p14:sldId id="2147480223"/>
            <p14:sldId id="2147480308"/>
            <p14:sldId id="2147480301"/>
            <p14:sldId id="2147480334"/>
            <p14:sldId id="2147480360"/>
            <p14:sldId id="2147480175"/>
            <p14:sldId id="214748036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75D791A-B4A5-138F-522A-54593255B631}" name="Giorgio Cangioli" initials="GC" userId="44ab1370a64b222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194"/>
    <a:srgbClr val="1D5074"/>
    <a:srgbClr val="EC2227"/>
    <a:srgbClr val="173E49"/>
    <a:srgbClr val="034EA2"/>
    <a:srgbClr val="4BACC6"/>
    <a:srgbClr val="14410B"/>
    <a:srgbClr val="206911"/>
    <a:srgbClr val="60E146"/>
    <a:srgbClr val="7577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0E326F-92BE-4164-B3CD-E45F0E92B40A}" v="40" dt="2026-05-26T08:00:54.6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12" autoAdjust="0"/>
    <p:restoredTop sz="81706" autoAdjust="0"/>
  </p:normalViewPr>
  <p:slideViewPr>
    <p:cSldViewPr snapToGrid="0" snapToObjects="1">
      <p:cViewPr varScale="1">
        <p:scale>
          <a:sx n="92" d="100"/>
          <a:sy n="92" d="100"/>
        </p:scale>
        <p:origin x="552" y="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200" d="100"/>
        <a:sy n="200" d="100"/>
      </p:scale>
      <p:origin x="0" y="-1864"/>
    </p:cViewPr>
  </p:sorterViewPr>
  <p:notesViewPr>
    <p:cSldViewPr snapToGrid="0" snapToObjects="1">
      <p:cViewPr>
        <p:scale>
          <a:sx n="150" d="100"/>
          <a:sy n="150" d="100"/>
        </p:scale>
        <p:origin x="1450" y="-37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rgio Cangioli" userId="44ab1370a64b2221" providerId="LiveId" clId="{24D396B3-9136-4671-869A-0ECFF72CA789}"/>
    <pc:docChg chg="undo custSel addSld delSld modSld sldOrd addSection delSection modSection">
      <pc:chgData name="Giorgio Cangioli" userId="44ab1370a64b2221" providerId="LiveId" clId="{24D396B3-9136-4671-869A-0ECFF72CA789}" dt="2026-05-26T08:07:25.404" v="1019" actId="403"/>
      <pc:docMkLst>
        <pc:docMk/>
      </pc:docMkLst>
      <pc:sldChg chg="modNotesTx">
        <pc:chgData name="Giorgio Cangioli" userId="44ab1370a64b2221" providerId="LiveId" clId="{24D396B3-9136-4671-869A-0ECFF72CA789}" dt="2026-05-19T07:21:48.520" v="384" actId="20577"/>
        <pc:sldMkLst>
          <pc:docMk/>
          <pc:sldMk cId="3553843513" sldId="257"/>
        </pc:sldMkLst>
      </pc:sldChg>
      <pc:sldChg chg="modSp add del mod modTransition modClrScheme chgLayout">
        <pc:chgData name="Giorgio Cangioli" userId="44ab1370a64b2221" providerId="LiveId" clId="{24D396B3-9136-4671-869A-0ECFF72CA789}" dt="2026-05-25T07:00:54.580" v="1007"/>
        <pc:sldMkLst>
          <pc:docMk/>
          <pc:sldMk cId="2066386616" sldId="284"/>
        </pc:sldMkLst>
        <pc:spChg chg="mod ord">
          <ac:chgData name="Giorgio Cangioli" userId="44ab1370a64b2221" providerId="LiveId" clId="{24D396B3-9136-4671-869A-0ECFF72CA789}" dt="2026-05-22T16:33:07.039" v="462" actId="700"/>
          <ac:spMkLst>
            <pc:docMk/>
            <pc:sldMk cId="2066386616" sldId="284"/>
            <ac:spMk id="4" creationId="{366313DA-ACAA-6420-A62A-3DCDC8CEE557}"/>
          </ac:spMkLst>
        </pc:spChg>
        <pc:spChg chg="mod ord">
          <ac:chgData name="Giorgio Cangioli" userId="44ab1370a64b2221" providerId="LiveId" clId="{24D396B3-9136-4671-869A-0ECFF72CA789}" dt="2026-05-22T16:33:07.039" v="462" actId="700"/>
          <ac:spMkLst>
            <pc:docMk/>
            <pc:sldMk cId="2066386616" sldId="284"/>
            <ac:spMk id="5" creationId="{D017E7BB-10C8-2A11-D543-0FC4F679B372}"/>
          </ac:spMkLst>
        </pc:spChg>
        <pc:spChg chg="mod ord">
          <ac:chgData name="Giorgio Cangioli" userId="44ab1370a64b2221" providerId="LiveId" clId="{24D396B3-9136-4671-869A-0ECFF72CA789}" dt="2026-05-23T09:58:26.780" v="876" actId="20577"/>
          <ac:spMkLst>
            <pc:docMk/>
            <pc:sldMk cId="2066386616" sldId="284"/>
            <ac:spMk id="6" creationId="{361923ED-F6C9-2D2B-7289-C4645350F25B}"/>
          </ac:spMkLst>
        </pc:spChg>
      </pc:sldChg>
      <pc:sldChg chg="modSp mod ord modTransition">
        <pc:chgData name="Giorgio Cangioli" userId="44ab1370a64b2221" providerId="LiveId" clId="{24D396B3-9136-4671-869A-0ECFF72CA789}" dt="2026-05-25T07:00:54.580" v="1007"/>
        <pc:sldMkLst>
          <pc:docMk/>
          <pc:sldMk cId="2320521242" sldId="2497"/>
        </pc:sldMkLst>
        <pc:spChg chg="mod">
          <ac:chgData name="Giorgio Cangioli" userId="44ab1370a64b2221" providerId="LiveId" clId="{24D396B3-9136-4671-869A-0ECFF72CA789}" dt="2026-05-22T16:26:24.620" v="436" actId="20577"/>
          <ac:spMkLst>
            <pc:docMk/>
            <pc:sldMk cId="2320521242" sldId="2497"/>
            <ac:spMk id="2" creationId="{5F3BCD77-61A9-9584-C285-EF920A78DF70}"/>
          </ac:spMkLst>
        </pc:spChg>
        <pc:spChg chg="mod">
          <ac:chgData name="Giorgio Cangioli" userId="44ab1370a64b2221" providerId="LiveId" clId="{24D396B3-9136-4671-869A-0ECFF72CA789}" dt="2026-05-22T16:26:57.054" v="440" actId="20577"/>
          <ac:spMkLst>
            <pc:docMk/>
            <pc:sldMk cId="2320521242" sldId="2497"/>
            <ac:spMk id="8" creationId="{C4727FD0-EB4A-48A4-9091-084E3AA58FC9}"/>
          </ac:spMkLst>
        </pc:spChg>
      </pc:sldChg>
      <pc:sldChg chg="modSp add mod modTransition modClrScheme modAnim chgLayout">
        <pc:chgData name="Giorgio Cangioli" userId="44ab1370a64b2221" providerId="LiveId" clId="{24D396B3-9136-4671-869A-0ECFF72CA789}" dt="2026-05-26T07:43:26.494" v="1009"/>
        <pc:sldMkLst>
          <pc:docMk/>
          <pc:sldMk cId="2775307151" sldId="2501"/>
        </pc:sldMkLst>
        <pc:spChg chg="mod ord">
          <ac:chgData name="Giorgio Cangioli" userId="44ab1370a64b2221" providerId="LiveId" clId="{24D396B3-9136-4671-869A-0ECFF72CA789}" dt="2026-05-22T16:28:11.486" v="442" actId="700"/>
          <ac:spMkLst>
            <pc:docMk/>
            <pc:sldMk cId="2775307151" sldId="2501"/>
            <ac:spMk id="2" creationId="{C930D30E-890E-2BEE-7961-BE100AAC0C69}"/>
          </ac:spMkLst>
        </pc:spChg>
        <pc:spChg chg="mod ord">
          <ac:chgData name="Giorgio Cangioli" userId="44ab1370a64b2221" providerId="LiveId" clId="{24D396B3-9136-4671-869A-0ECFF72CA789}" dt="2026-05-22T16:31:33.661" v="453" actId="113"/>
          <ac:spMkLst>
            <pc:docMk/>
            <pc:sldMk cId="2775307151" sldId="2501"/>
            <ac:spMk id="3" creationId="{C875A420-99A7-723A-C707-AEFFD70BFD6C}"/>
          </ac:spMkLst>
        </pc:spChg>
        <pc:spChg chg="mod ord">
          <ac:chgData name="Giorgio Cangioli" userId="44ab1370a64b2221" providerId="LiveId" clId="{24D396B3-9136-4671-869A-0ECFF72CA789}" dt="2026-05-22T16:28:11.486" v="442" actId="700"/>
          <ac:spMkLst>
            <pc:docMk/>
            <pc:sldMk cId="2775307151" sldId="2501"/>
            <ac:spMk id="4" creationId="{1BF66EF1-FDAF-5197-0266-AF7B4D260E47}"/>
          </ac:spMkLst>
        </pc:spChg>
        <pc:spChg chg="mod">
          <ac:chgData name="Giorgio Cangioli" userId="44ab1370a64b2221" providerId="LiveId" clId="{24D396B3-9136-4671-869A-0ECFF72CA789}" dt="2026-05-22T16:31:55.749" v="458" actId="13822"/>
          <ac:spMkLst>
            <pc:docMk/>
            <pc:sldMk cId="2775307151" sldId="2501"/>
            <ac:spMk id="7" creationId="{0CED972E-80D6-F2FF-ADCC-9D842D782463}"/>
          </ac:spMkLst>
        </pc:spChg>
        <pc:picChg chg="mod">
          <ac:chgData name="Giorgio Cangioli" userId="44ab1370a64b2221" providerId="LiveId" clId="{24D396B3-9136-4671-869A-0ECFF72CA789}" dt="2026-05-22T16:31:42.676" v="456" actId="1076"/>
          <ac:picMkLst>
            <pc:docMk/>
            <pc:sldMk cId="2775307151" sldId="2501"/>
            <ac:picMk id="5" creationId="{E4CE5991-669A-132B-41BD-9246368A070C}"/>
          </ac:picMkLst>
        </pc:picChg>
        <pc:picChg chg="mod">
          <ac:chgData name="Giorgio Cangioli" userId="44ab1370a64b2221" providerId="LiveId" clId="{24D396B3-9136-4671-869A-0ECFF72CA789}" dt="2026-05-22T16:28:40.844" v="451" actId="14100"/>
          <ac:picMkLst>
            <pc:docMk/>
            <pc:sldMk cId="2775307151" sldId="2501"/>
            <ac:picMk id="6" creationId="{B1DAFC89-5FC4-99DB-0532-F8D1178DA5C4}"/>
          </ac:picMkLst>
        </pc:picChg>
      </pc:sldChg>
      <pc:sldChg chg="modSp add mod ord modShow">
        <pc:chgData name="Giorgio Cangioli" userId="44ab1370a64b2221" providerId="LiveId" clId="{24D396B3-9136-4671-869A-0ECFF72CA789}" dt="2026-05-26T08:00:24.999" v="1012" actId="6549"/>
        <pc:sldMkLst>
          <pc:docMk/>
          <pc:sldMk cId="628727149" sldId="2147480175"/>
        </pc:sldMkLst>
        <pc:spChg chg="mod">
          <ac:chgData name="Giorgio Cangioli" userId="44ab1370a64b2221" providerId="LiveId" clId="{24D396B3-9136-4671-869A-0ECFF72CA789}" dt="2026-05-26T08:00:24.999" v="1012" actId="6549"/>
          <ac:spMkLst>
            <pc:docMk/>
            <pc:sldMk cId="628727149" sldId="2147480175"/>
            <ac:spMk id="2" creationId="{E378BDED-65FA-A598-388E-780C671C5E5D}"/>
          </ac:spMkLst>
        </pc:spChg>
        <pc:graphicFrameChg chg="mod modGraphic">
          <ac:chgData name="Giorgio Cangioli" userId="44ab1370a64b2221" providerId="LiveId" clId="{24D396B3-9136-4671-869A-0ECFF72CA789}" dt="2026-05-23T10:14:04.473" v="997" actId="20577"/>
          <ac:graphicFrameMkLst>
            <pc:docMk/>
            <pc:sldMk cId="628727149" sldId="2147480175"/>
            <ac:graphicFrameMk id="5" creationId="{048BDBBF-EDAB-D3FE-ABEC-491FD8A57473}"/>
          </ac:graphicFrameMkLst>
        </pc:graphicFrameChg>
      </pc:sldChg>
      <pc:sldChg chg="delSp add mod modTransition">
        <pc:chgData name="Giorgio Cangioli" userId="44ab1370a64b2221" providerId="LiveId" clId="{24D396B3-9136-4671-869A-0ECFF72CA789}" dt="2026-05-25T07:00:54.580" v="1007"/>
        <pc:sldMkLst>
          <pc:docMk/>
          <pc:sldMk cId="2581695548" sldId="2147480223"/>
        </pc:sldMkLst>
      </pc:sldChg>
      <pc:sldChg chg="modNotesTx">
        <pc:chgData name="Giorgio Cangioli" userId="44ab1370a64b2221" providerId="LiveId" clId="{24D396B3-9136-4671-869A-0ECFF72CA789}" dt="2026-05-19T07:21:07.080" v="380" actId="20577"/>
        <pc:sldMkLst>
          <pc:docMk/>
          <pc:sldMk cId="3775587765" sldId="2147480279"/>
        </pc:sldMkLst>
      </pc:sldChg>
      <pc:sldChg chg="add">
        <pc:chgData name="Giorgio Cangioli" userId="44ab1370a64b2221" providerId="LiveId" clId="{24D396B3-9136-4671-869A-0ECFF72CA789}" dt="2026-05-22T16:44:58.677" v="495"/>
        <pc:sldMkLst>
          <pc:docMk/>
          <pc:sldMk cId="2760691415" sldId="2147480301"/>
        </pc:sldMkLst>
      </pc:sldChg>
      <pc:sldChg chg="delSp add modTransition">
        <pc:chgData name="Giorgio Cangioli" userId="44ab1370a64b2221" providerId="LiveId" clId="{24D396B3-9136-4671-869A-0ECFF72CA789}" dt="2026-05-25T07:00:54.580" v="1007"/>
        <pc:sldMkLst>
          <pc:docMk/>
          <pc:sldMk cId="1443544672" sldId="2147480308"/>
        </pc:sldMkLst>
      </pc:sldChg>
      <pc:sldChg chg="mod modShow">
        <pc:chgData name="Giorgio Cangioli" userId="44ab1370a64b2221" providerId="LiveId" clId="{24D396B3-9136-4671-869A-0ECFF72CA789}" dt="2026-05-26T07:39:21.194" v="1008" actId="729"/>
        <pc:sldMkLst>
          <pc:docMk/>
          <pc:sldMk cId="3744889158" sldId="2147480318"/>
        </pc:sldMkLst>
      </pc:sldChg>
      <pc:sldChg chg="addSp delSp modSp mod">
        <pc:chgData name="Giorgio Cangioli" userId="44ab1370a64b2221" providerId="LiveId" clId="{24D396B3-9136-4671-869A-0ECFF72CA789}" dt="2026-05-19T07:20:20.803" v="379" actId="478"/>
        <pc:sldMkLst>
          <pc:docMk/>
          <pc:sldMk cId="2936130379" sldId="2147480321"/>
        </pc:sldMkLst>
        <pc:spChg chg="add mod">
          <ac:chgData name="Giorgio Cangioli" userId="44ab1370a64b2221" providerId="LiveId" clId="{24D396B3-9136-4671-869A-0ECFF72CA789}" dt="2026-05-19T07:19:43.346" v="376" actId="1076"/>
          <ac:spMkLst>
            <pc:docMk/>
            <pc:sldMk cId="2936130379" sldId="2147480321"/>
            <ac:spMk id="7" creationId="{8964E8B7-6234-0D17-19E3-E40CE5B07CAA}"/>
          </ac:spMkLst>
        </pc:spChg>
      </pc:sldChg>
      <pc:sldChg chg="modSp mod modTransition">
        <pc:chgData name="Giorgio Cangioli" userId="44ab1370a64b2221" providerId="LiveId" clId="{24D396B3-9136-4671-869A-0ECFF72CA789}" dt="2026-05-25T07:00:54.580" v="1007"/>
        <pc:sldMkLst>
          <pc:docMk/>
          <pc:sldMk cId="1294885137" sldId="2147480333"/>
        </pc:sldMkLst>
        <pc:spChg chg="mod">
          <ac:chgData name="Giorgio Cangioli" userId="44ab1370a64b2221" providerId="LiveId" clId="{24D396B3-9136-4671-869A-0ECFF72CA789}" dt="2026-05-22T16:39:06.244" v="484"/>
          <ac:spMkLst>
            <pc:docMk/>
            <pc:sldMk cId="1294885137" sldId="2147480333"/>
            <ac:spMk id="2" creationId="{FAD848DF-B5D9-8766-DFFE-8F34A6493BC6}"/>
          </ac:spMkLst>
        </pc:spChg>
      </pc:sldChg>
      <pc:sldChg chg="delSp">
        <pc:chgData name="Giorgio Cangioli" userId="44ab1370a64b2221" providerId="LiveId" clId="{24D396B3-9136-4671-869A-0ECFF72CA789}" dt="2026-05-22T17:09:32.217" v="808" actId="478"/>
        <pc:sldMkLst>
          <pc:docMk/>
          <pc:sldMk cId="2073289738" sldId="2147480334"/>
        </pc:sldMkLst>
      </pc:sldChg>
      <pc:sldChg chg="addSp delSp modSp mod ord modNotesTx">
        <pc:chgData name="Giorgio Cangioli" userId="44ab1370a64b2221" providerId="LiveId" clId="{24D396B3-9136-4671-869A-0ECFF72CA789}" dt="2026-05-23T10:11:39.177" v="961" actId="1076"/>
        <pc:sldMkLst>
          <pc:docMk/>
          <pc:sldMk cId="3972487996" sldId="2147480336"/>
        </pc:sldMkLst>
        <pc:spChg chg="mod">
          <ac:chgData name="Giorgio Cangioli" userId="44ab1370a64b2221" providerId="LiveId" clId="{24D396B3-9136-4671-869A-0ECFF72CA789}" dt="2026-05-23T10:11:07.143" v="953" actId="5793"/>
          <ac:spMkLst>
            <pc:docMk/>
            <pc:sldMk cId="3972487996" sldId="2147480336"/>
            <ac:spMk id="2" creationId="{794434A7-2BE3-933A-32EE-8B5B273B3F52}"/>
          </ac:spMkLst>
        </pc:spChg>
        <pc:picChg chg="add mod">
          <ac:chgData name="Giorgio Cangioli" userId="44ab1370a64b2221" providerId="LiveId" clId="{24D396B3-9136-4671-869A-0ECFF72CA789}" dt="2026-05-23T10:11:39.177" v="961" actId="1076"/>
          <ac:picMkLst>
            <pc:docMk/>
            <pc:sldMk cId="3972487996" sldId="2147480336"/>
            <ac:picMk id="3" creationId="{2E38B758-3A33-A718-D8E4-E592D108D147}"/>
          </ac:picMkLst>
        </pc:picChg>
        <pc:picChg chg="mod">
          <ac:chgData name="Giorgio Cangioli" userId="44ab1370a64b2221" providerId="LiveId" clId="{24D396B3-9136-4671-869A-0ECFF72CA789}" dt="2026-05-23T10:11:28.009" v="960" actId="1076"/>
          <ac:picMkLst>
            <pc:docMk/>
            <pc:sldMk cId="3972487996" sldId="2147480336"/>
            <ac:picMk id="6" creationId="{16040962-FF7B-B03B-016F-678104D0103C}"/>
          </ac:picMkLst>
        </pc:picChg>
      </pc:sldChg>
      <pc:sldChg chg="addSp delSp modSp mod">
        <pc:chgData name="Giorgio Cangioli" userId="44ab1370a64b2221" providerId="LiveId" clId="{24D396B3-9136-4671-869A-0ECFF72CA789}" dt="2026-05-23T10:01:47.826" v="895" actId="167"/>
        <pc:sldMkLst>
          <pc:docMk/>
          <pc:sldMk cId="3909837960" sldId="2147480337"/>
        </pc:sldMkLst>
        <pc:spChg chg="mod">
          <ac:chgData name="Giorgio Cangioli" userId="44ab1370a64b2221" providerId="LiveId" clId="{24D396B3-9136-4671-869A-0ECFF72CA789}" dt="2026-05-23T10:01:39.475" v="894" actId="14100"/>
          <ac:spMkLst>
            <pc:docMk/>
            <pc:sldMk cId="3909837960" sldId="2147480337"/>
            <ac:spMk id="24" creationId="{F1855930-995E-203E-9B64-2555E014F204}"/>
          </ac:spMkLst>
        </pc:spChg>
        <pc:picChg chg="add mod ord">
          <ac:chgData name="Giorgio Cangioli" userId="44ab1370a64b2221" providerId="LiveId" clId="{24D396B3-9136-4671-869A-0ECFF72CA789}" dt="2026-05-23T10:01:47.826" v="895" actId="167"/>
          <ac:picMkLst>
            <pc:docMk/>
            <pc:sldMk cId="3909837960" sldId="2147480337"/>
            <ac:picMk id="4" creationId="{2A0D0FA4-9EC1-44AB-33BA-DA90674B4E23}"/>
          </ac:picMkLst>
        </pc:picChg>
        <pc:picChg chg="add mod ord">
          <ac:chgData name="Giorgio Cangioli" userId="44ab1370a64b2221" providerId="LiveId" clId="{24D396B3-9136-4671-869A-0ECFF72CA789}" dt="2026-05-23T10:01:47.826" v="895" actId="167"/>
          <ac:picMkLst>
            <pc:docMk/>
            <pc:sldMk cId="3909837960" sldId="2147480337"/>
            <ac:picMk id="5" creationId="{D1CD6897-B45F-7D12-82D7-70DCB7B39F79}"/>
          </ac:picMkLst>
        </pc:picChg>
        <pc:picChg chg="mod">
          <ac:chgData name="Giorgio Cangioli" userId="44ab1370a64b2221" providerId="LiveId" clId="{24D396B3-9136-4671-869A-0ECFF72CA789}" dt="2026-05-23T10:01:39.475" v="894" actId="14100"/>
          <ac:picMkLst>
            <pc:docMk/>
            <pc:sldMk cId="3909837960" sldId="2147480337"/>
            <ac:picMk id="15" creationId="{7008168C-081C-3F68-07AF-B8311F9A62D8}"/>
          </ac:picMkLst>
        </pc:picChg>
        <pc:picChg chg="mod">
          <ac:chgData name="Giorgio Cangioli" userId="44ab1370a64b2221" providerId="LiveId" clId="{24D396B3-9136-4671-869A-0ECFF72CA789}" dt="2026-05-23T10:01:39.475" v="894" actId="14100"/>
          <ac:picMkLst>
            <pc:docMk/>
            <pc:sldMk cId="3909837960" sldId="2147480337"/>
            <ac:picMk id="17" creationId="{3FDD696E-43BB-992E-FC8C-A0C33EDCF0A9}"/>
          </ac:picMkLst>
        </pc:picChg>
      </pc:sldChg>
      <pc:sldChg chg="modSp mod">
        <pc:chgData name="Giorgio Cangioli" userId="44ab1370a64b2221" providerId="LiveId" clId="{24D396B3-9136-4671-869A-0ECFF72CA789}" dt="2026-05-17T14:25:00.384" v="68" actId="404"/>
        <pc:sldMkLst>
          <pc:docMk/>
          <pc:sldMk cId="3596173761" sldId="2147480339"/>
        </pc:sldMkLst>
        <pc:spChg chg="mod">
          <ac:chgData name="Giorgio Cangioli" userId="44ab1370a64b2221" providerId="LiveId" clId="{24D396B3-9136-4671-869A-0ECFF72CA789}" dt="2026-05-17T14:25:00.384" v="68" actId="404"/>
          <ac:spMkLst>
            <pc:docMk/>
            <pc:sldMk cId="3596173761" sldId="2147480339"/>
            <ac:spMk id="6" creationId="{6B04C492-8D0A-65D6-D45D-F774630C2113}"/>
          </ac:spMkLst>
        </pc:spChg>
      </pc:sldChg>
      <pc:sldChg chg="modSp mod">
        <pc:chgData name="Giorgio Cangioli" userId="44ab1370a64b2221" providerId="LiveId" clId="{24D396B3-9136-4671-869A-0ECFF72CA789}" dt="2026-05-26T08:07:25.404" v="1019" actId="403"/>
        <pc:sldMkLst>
          <pc:docMk/>
          <pc:sldMk cId="2695413372" sldId="2147480340"/>
        </pc:sldMkLst>
        <pc:spChg chg="mod">
          <ac:chgData name="Giorgio Cangioli" userId="44ab1370a64b2221" providerId="LiveId" clId="{24D396B3-9136-4671-869A-0ECFF72CA789}" dt="2026-05-26T08:07:25.404" v="1019" actId="403"/>
          <ac:spMkLst>
            <pc:docMk/>
            <pc:sldMk cId="2695413372" sldId="2147480340"/>
            <ac:spMk id="3" creationId="{21466245-114C-7830-F393-DA1C77AAC5C5}"/>
          </ac:spMkLst>
        </pc:spChg>
      </pc:sldChg>
      <pc:sldChg chg="modSp mod">
        <pc:chgData name="Giorgio Cangioli" userId="44ab1370a64b2221" providerId="LiveId" clId="{24D396B3-9136-4671-869A-0ECFF72CA789}" dt="2026-05-17T14:27:58.075" v="163" actId="20577"/>
        <pc:sldMkLst>
          <pc:docMk/>
          <pc:sldMk cId="261247080" sldId="2147480342"/>
        </pc:sldMkLst>
        <pc:spChg chg="mod">
          <ac:chgData name="Giorgio Cangioli" userId="44ab1370a64b2221" providerId="LiveId" clId="{24D396B3-9136-4671-869A-0ECFF72CA789}" dt="2026-05-17T14:27:58.075" v="163" actId="20577"/>
          <ac:spMkLst>
            <pc:docMk/>
            <pc:sldMk cId="261247080" sldId="2147480342"/>
            <ac:spMk id="3" creationId="{1912DF01-A6D1-4DF7-2EA4-07377C75DFB4}"/>
          </ac:spMkLst>
        </pc:spChg>
      </pc:sldChg>
      <pc:sldChg chg="modSp mod">
        <pc:chgData name="Giorgio Cangioli" userId="44ab1370a64b2221" providerId="LiveId" clId="{24D396B3-9136-4671-869A-0ECFF72CA789}" dt="2026-05-22T16:51:27.989" v="523" actId="403"/>
        <pc:sldMkLst>
          <pc:docMk/>
          <pc:sldMk cId="3459006460" sldId="2147480343"/>
        </pc:sldMkLst>
        <pc:spChg chg="mod">
          <ac:chgData name="Giorgio Cangioli" userId="44ab1370a64b2221" providerId="LiveId" clId="{24D396B3-9136-4671-869A-0ECFF72CA789}" dt="2026-05-22T16:51:22.114" v="522" actId="404"/>
          <ac:spMkLst>
            <pc:docMk/>
            <pc:sldMk cId="3459006460" sldId="2147480343"/>
            <ac:spMk id="8" creationId="{033A63C8-D98E-7B81-A116-4F16807946E6}"/>
          </ac:spMkLst>
        </pc:spChg>
        <pc:spChg chg="mod">
          <ac:chgData name="Giorgio Cangioli" userId="44ab1370a64b2221" providerId="LiveId" clId="{24D396B3-9136-4671-869A-0ECFF72CA789}" dt="2026-05-22T16:51:27.989" v="523" actId="403"/>
          <ac:spMkLst>
            <pc:docMk/>
            <pc:sldMk cId="3459006460" sldId="2147480343"/>
            <ac:spMk id="9" creationId="{12C74010-B1BA-E466-F452-53866D565510}"/>
          </ac:spMkLst>
        </pc:spChg>
        <pc:spChg chg="mod">
          <ac:chgData name="Giorgio Cangioli" userId="44ab1370a64b2221" providerId="LiveId" clId="{24D396B3-9136-4671-869A-0ECFF72CA789}" dt="2026-05-22T16:51:27.989" v="523" actId="403"/>
          <ac:spMkLst>
            <pc:docMk/>
            <pc:sldMk cId="3459006460" sldId="2147480343"/>
            <ac:spMk id="16" creationId="{9E5AC969-E279-7A94-959A-AF7F593C7C1D}"/>
          </ac:spMkLst>
        </pc:spChg>
      </pc:sldChg>
      <pc:sldChg chg="modSp mod">
        <pc:chgData name="Giorgio Cangioli" userId="44ab1370a64b2221" providerId="LiveId" clId="{24D396B3-9136-4671-869A-0ECFF72CA789}" dt="2026-05-17T14:28:24.850" v="174" actId="20577"/>
        <pc:sldMkLst>
          <pc:docMk/>
          <pc:sldMk cId="504811298" sldId="2147480348"/>
        </pc:sldMkLst>
        <pc:spChg chg="mod">
          <ac:chgData name="Giorgio Cangioli" userId="44ab1370a64b2221" providerId="LiveId" clId="{24D396B3-9136-4671-869A-0ECFF72CA789}" dt="2026-05-17T14:28:24.850" v="174" actId="20577"/>
          <ac:spMkLst>
            <pc:docMk/>
            <pc:sldMk cId="504811298" sldId="2147480348"/>
            <ac:spMk id="3" creationId="{7EF86BC0-FDD2-9F33-35E3-22C8DF09C0C4}"/>
          </ac:spMkLst>
        </pc:spChg>
      </pc:sldChg>
      <pc:sldChg chg="modSp mod">
        <pc:chgData name="Giorgio Cangioli" userId="44ab1370a64b2221" providerId="LiveId" clId="{24D396B3-9136-4671-869A-0ECFF72CA789}" dt="2026-05-17T14:52:24.763" v="227" actId="20577"/>
        <pc:sldMkLst>
          <pc:docMk/>
          <pc:sldMk cId="2054109852" sldId="2147480349"/>
        </pc:sldMkLst>
        <pc:spChg chg="mod">
          <ac:chgData name="Giorgio Cangioli" userId="44ab1370a64b2221" providerId="LiveId" clId="{24D396B3-9136-4671-869A-0ECFF72CA789}" dt="2026-05-17T14:52:24.763" v="227" actId="20577"/>
          <ac:spMkLst>
            <pc:docMk/>
            <pc:sldMk cId="2054109852" sldId="2147480349"/>
            <ac:spMk id="3" creationId="{311056EE-60BE-9F17-FADC-2A0C58CA1456}"/>
          </ac:spMkLst>
        </pc:spChg>
      </pc:sldChg>
      <pc:sldChg chg="delSp modSp add mod ord">
        <pc:chgData name="Giorgio Cangioli" userId="44ab1370a64b2221" providerId="LiveId" clId="{24D396B3-9136-4671-869A-0ECFF72CA789}" dt="2026-05-26T07:48:36.373" v="1010" actId="20577"/>
        <pc:sldMkLst>
          <pc:docMk/>
          <pc:sldMk cId="656651951" sldId="2147480350"/>
        </pc:sldMkLst>
        <pc:spChg chg="mod">
          <ac:chgData name="Giorgio Cangioli" userId="44ab1370a64b2221" providerId="LiveId" clId="{24D396B3-9136-4671-869A-0ECFF72CA789}" dt="2026-05-26T07:48:36.373" v="1010" actId="20577"/>
          <ac:spMkLst>
            <pc:docMk/>
            <pc:sldMk cId="656651951" sldId="2147480350"/>
            <ac:spMk id="8" creationId="{18757B1B-7AF1-6F71-1562-02111CB7747E}"/>
          </ac:spMkLst>
        </pc:spChg>
        <pc:spChg chg="mod">
          <ac:chgData name="Giorgio Cangioli" userId="44ab1370a64b2221" providerId="LiveId" clId="{24D396B3-9136-4671-869A-0ECFF72CA789}" dt="2026-05-22T16:24:36.992" v="392" actId="20577"/>
          <ac:spMkLst>
            <pc:docMk/>
            <pc:sldMk cId="656651951" sldId="2147480350"/>
            <ac:spMk id="18" creationId="{CA0D1952-C42C-5E55-D206-9F36AEAE49EB}"/>
          </ac:spMkLst>
        </pc:spChg>
        <pc:spChg chg="mod">
          <ac:chgData name="Giorgio Cangioli" userId="44ab1370a64b2221" providerId="LiveId" clId="{24D396B3-9136-4671-869A-0ECFF72CA789}" dt="2026-05-22T16:24:24.103" v="390" actId="20577"/>
          <ac:spMkLst>
            <pc:docMk/>
            <pc:sldMk cId="656651951" sldId="2147480350"/>
            <ac:spMk id="23" creationId="{D21A9199-0876-0597-38CB-26A213BE5ED5}"/>
          </ac:spMkLst>
        </pc:spChg>
        <pc:cxnChg chg="mod">
          <ac:chgData name="Giorgio Cangioli" userId="44ab1370a64b2221" providerId="LiveId" clId="{24D396B3-9136-4671-869A-0ECFF72CA789}" dt="2026-05-22T16:24:45.816" v="398" actId="20577"/>
          <ac:cxnSpMkLst>
            <pc:docMk/>
            <pc:sldMk cId="656651951" sldId="2147480350"/>
            <ac:cxnSpMk id="12" creationId="{D4EA88D6-6314-06DE-F05A-857B60D305A4}"/>
          </ac:cxnSpMkLst>
        </pc:cxnChg>
      </pc:sldChg>
      <pc:sldChg chg="addSp modSp add">
        <pc:chgData name="Giorgio Cangioli" userId="44ab1370a64b2221" providerId="LiveId" clId="{24D396B3-9136-4671-869A-0ECFF72CA789}" dt="2026-05-22T16:25:06.331" v="401"/>
        <pc:sldMkLst>
          <pc:docMk/>
          <pc:sldMk cId="2020322519" sldId="2147480351"/>
        </pc:sldMkLst>
        <pc:spChg chg="add mod">
          <ac:chgData name="Giorgio Cangioli" userId="44ab1370a64b2221" providerId="LiveId" clId="{24D396B3-9136-4671-869A-0ECFF72CA789}" dt="2026-05-22T16:25:06.331" v="401"/>
          <ac:spMkLst>
            <pc:docMk/>
            <pc:sldMk cId="2020322519" sldId="2147480351"/>
            <ac:spMk id="6" creationId="{75580615-7A7E-0242-D8EF-A6AA9F268FBA}"/>
          </ac:spMkLst>
        </pc:spChg>
        <pc:spChg chg="add mod">
          <ac:chgData name="Giorgio Cangioli" userId="44ab1370a64b2221" providerId="LiveId" clId="{24D396B3-9136-4671-869A-0ECFF72CA789}" dt="2026-05-22T16:25:06.331" v="401"/>
          <ac:spMkLst>
            <pc:docMk/>
            <pc:sldMk cId="2020322519" sldId="2147480351"/>
            <ac:spMk id="7" creationId="{28647937-C89B-AB78-3EAF-FFC432B9ED02}"/>
          </ac:spMkLst>
        </pc:spChg>
      </pc:sldChg>
      <pc:sldChg chg="modSp add mod">
        <pc:chgData name="Giorgio Cangioli" userId="44ab1370a64b2221" providerId="LiveId" clId="{24D396B3-9136-4671-869A-0ECFF72CA789}" dt="2026-05-22T17:19:29.035" v="868" actId="113"/>
        <pc:sldMkLst>
          <pc:docMk/>
          <pc:sldMk cId="1480932164" sldId="2147480360"/>
        </pc:sldMkLst>
        <pc:spChg chg="mod">
          <ac:chgData name="Giorgio Cangioli" userId="44ab1370a64b2221" providerId="LiveId" clId="{24D396B3-9136-4671-869A-0ECFF72CA789}" dt="2026-05-22T17:17:43.833" v="833" actId="20577"/>
          <ac:spMkLst>
            <pc:docMk/>
            <pc:sldMk cId="1480932164" sldId="2147480360"/>
            <ac:spMk id="2" creationId="{A5AB01A4-F96C-9864-B41B-49076F7FD42B}"/>
          </ac:spMkLst>
        </pc:spChg>
        <pc:graphicFrameChg chg="mod modGraphic">
          <ac:chgData name="Giorgio Cangioli" userId="44ab1370a64b2221" providerId="LiveId" clId="{24D396B3-9136-4671-869A-0ECFF72CA789}" dt="2026-05-22T17:19:29.035" v="868" actId="113"/>
          <ac:graphicFrameMkLst>
            <pc:docMk/>
            <pc:sldMk cId="1480932164" sldId="2147480360"/>
            <ac:graphicFrameMk id="7" creationId="{6B35B7A5-2D96-A882-A1B6-0F643199FE1F}"/>
          </ac:graphicFrameMkLst>
        </pc:graphicFrameChg>
      </pc:sldChg>
      <pc:sldChg chg="addSp modSp add mod">
        <pc:chgData name="Giorgio Cangioli" userId="44ab1370a64b2221" providerId="LiveId" clId="{24D396B3-9136-4671-869A-0ECFF72CA789}" dt="2026-05-26T08:00:54.615" v="1013"/>
        <pc:sldMkLst>
          <pc:docMk/>
          <pc:sldMk cId="1201108346" sldId="2147480361"/>
        </pc:sldMkLst>
        <pc:spChg chg="mod">
          <ac:chgData name="Giorgio Cangioli" userId="44ab1370a64b2221" providerId="LiveId" clId="{24D396B3-9136-4671-869A-0ECFF72CA789}" dt="2026-05-23T10:06:22.781" v="899" actId="20577"/>
          <ac:spMkLst>
            <pc:docMk/>
            <pc:sldMk cId="1201108346" sldId="2147480361"/>
            <ac:spMk id="2" creationId="{1F32D3FB-00B3-D1CB-973E-B04B7EB93C51}"/>
          </ac:spMkLst>
        </pc:spChg>
        <pc:spChg chg="add mod">
          <ac:chgData name="Giorgio Cangioli" userId="44ab1370a64b2221" providerId="LiveId" clId="{24D396B3-9136-4671-869A-0ECFF72CA789}" dt="2026-05-26T08:00:54.615" v="1013"/>
          <ac:spMkLst>
            <pc:docMk/>
            <pc:sldMk cId="1201108346" sldId="2147480361"/>
            <ac:spMk id="7" creationId="{9772F0C2-B5AF-1851-4DF6-ED090EE04818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2.png"/><Relationship Id="rId2" Type="http://schemas.openxmlformats.org/officeDocument/2006/relationships/image" Target="../media/image10.png"/><Relationship Id="rId1" Type="http://schemas.openxmlformats.org/officeDocument/2006/relationships/image" Target="../media/image11.png"/><Relationship Id="rId6" Type="http://schemas.openxmlformats.org/officeDocument/2006/relationships/image" Target="../media/image33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2.png"/><Relationship Id="rId2" Type="http://schemas.openxmlformats.org/officeDocument/2006/relationships/image" Target="../media/image10.png"/><Relationship Id="rId1" Type="http://schemas.openxmlformats.org/officeDocument/2006/relationships/image" Target="../media/image11.png"/><Relationship Id="rId6" Type="http://schemas.openxmlformats.org/officeDocument/2006/relationships/image" Target="../media/image33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F0E343-4514-42B5-B0C4-428D101F3EC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56DDEBB-A9EB-4AAD-93ED-EF13BB30E716}">
      <dgm:prSet custT="1"/>
      <dgm:spPr/>
      <dgm:t>
        <a:bodyPr/>
        <a:lstStyle/>
        <a:p>
          <a:r>
            <a:rPr lang="en-US" sz="1800" b="1" dirty="0"/>
            <a:t>Published FHIR IGs:</a:t>
          </a:r>
        </a:p>
      </dgm:t>
    </dgm:pt>
    <dgm:pt modelId="{7F50492A-743E-492C-9144-F8258BC12ADA}" type="parTrans" cxnId="{6C5D0E64-105A-4935-872A-9E49D5242FE7}">
      <dgm:prSet/>
      <dgm:spPr/>
      <dgm:t>
        <a:bodyPr/>
        <a:lstStyle/>
        <a:p>
          <a:endParaRPr lang="en-US"/>
        </a:p>
      </dgm:t>
    </dgm:pt>
    <dgm:pt modelId="{4F3DF473-A17D-404B-BBE0-A357596A628C}" type="sibTrans" cxnId="{6C5D0E64-105A-4935-872A-9E49D5242FE7}">
      <dgm:prSet/>
      <dgm:spPr/>
      <dgm:t>
        <a:bodyPr/>
        <a:lstStyle/>
        <a:p>
          <a:endParaRPr lang="en-US"/>
        </a:p>
      </dgm:t>
    </dgm:pt>
    <dgm:pt modelId="{DAD1CA74-073C-4AF5-99B8-BDB00AC2E9C9}">
      <dgm:prSet/>
      <dgm:spPr/>
      <dgm:t>
        <a:bodyPr/>
        <a:lstStyle/>
        <a:p>
          <a:r>
            <a:rPr lang="en-US" dirty="0"/>
            <a:t>HL7 Europe </a:t>
          </a:r>
          <a:r>
            <a:rPr lang="en-US" b="1" dirty="0"/>
            <a:t>Extensions</a:t>
          </a:r>
          <a:r>
            <a:rPr lang="en-US" dirty="0"/>
            <a:t> v1.3.0 (R4/R5) – March 2026</a:t>
          </a:r>
        </a:p>
      </dgm:t>
    </dgm:pt>
    <dgm:pt modelId="{420C9B16-6AD2-4570-B41D-E2ED3F4C682E}" type="parTrans" cxnId="{6AABCBF1-8706-4D9D-9672-5F9CC87D8A7F}">
      <dgm:prSet/>
      <dgm:spPr/>
      <dgm:t>
        <a:bodyPr/>
        <a:lstStyle/>
        <a:p>
          <a:endParaRPr lang="en-US"/>
        </a:p>
      </dgm:t>
    </dgm:pt>
    <dgm:pt modelId="{1B7C6E66-B218-40BF-B33D-71FC70D0F5F1}" type="sibTrans" cxnId="{6AABCBF1-8706-4D9D-9672-5F9CC87D8A7F}">
      <dgm:prSet/>
      <dgm:spPr/>
      <dgm:t>
        <a:bodyPr/>
        <a:lstStyle/>
        <a:p>
          <a:endParaRPr lang="en-US"/>
        </a:p>
      </dgm:t>
    </dgm:pt>
    <dgm:pt modelId="{73963CCD-C490-48CB-9DAB-B84A8E5BE749}">
      <dgm:prSet/>
      <dgm:spPr/>
      <dgm:t>
        <a:bodyPr/>
        <a:lstStyle/>
        <a:p>
          <a:r>
            <a:rPr lang="en-US" dirty="0"/>
            <a:t>HL7 Europe </a:t>
          </a:r>
          <a:r>
            <a:rPr lang="en-US" b="1" dirty="0"/>
            <a:t>Base and Core </a:t>
          </a:r>
          <a:r>
            <a:rPr lang="en-US" dirty="0"/>
            <a:t>v2.0.0 (R4 and R5) – April 2026</a:t>
          </a:r>
        </a:p>
      </dgm:t>
    </dgm:pt>
    <dgm:pt modelId="{980AA81D-F1FD-4892-A46F-C4727C88C273}" type="parTrans" cxnId="{EC23127C-CB57-4CC4-9B81-0934C6E430BF}">
      <dgm:prSet/>
      <dgm:spPr/>
      <dgm:t>
        <a:bodyPr/>
        <a:lstStyle/>
        <a:p>
          <a:endParaRPr lang="en-US"/>
        </a:p>
      </dgm:t>
    </dgm:pt>
    <dgm:pt modelId="{28D041DE-FC6D-4BA0-B502-9142E6AF0840}" type="sibTrans" cxnId="{EC23127C-CB57-4CC4-9B81-0934C6E430BF}">
      <dgm:prSet/>
      <dgm:spPr/>
      <dgm:t>
        <a:bodyPr/>
        <a:lstStyle/>
        <a:p>
          <a:endParaRPr lang="en-US"/>
        </a:p>
      </dgm:t>
    </dgm:pt>
    <dgm:pt modelId="{B6D73856-4899-4044-B02C-1ECB8A9308A3}">
      <dgm:prSet/>
      <dgm:spPr/>
      <dgm:t>
        <a:bodyPr/>
        <a:lstStyle/>
        <a:p>
          <a:r>
            <a:rPr lang="en-US" dirty="0"/>
            <a:t>HL7 Europe </a:t>
          </a:r>
          <a:r>
            <a:rPr lang="en-US" b="1" dirty="0"/>
            <a:t>Laboratory Report </a:t>
          </a:r>
          <a:r>
            <a:rPr lang="en-US" dirty="0"/>
            <a:t>FHIR IG v2.0.0 (R4) – May 2026</a:t>
          </a:r>
        </a:p>
      </dgm:t>
    </dgm:pt>
    <dgm:pt modelId="{5474BD1D-3E23-4ED7-B04C-587CD99B5595}" type="parTrans" cxnId="{E0D1764D-E5F2-4162-8EAA-4FAA8C388511}">
      <dgm:prSet/>
      <dgm:spPr/>
      <dgm:t>
        <a:bodyPr/>
        <a:lstStyle/>
        <a:p>
          <a:endParaRPr lang="en-US"/>
        </a:p>
      </dgm:t>
    </dgm:pt>
    <dgm:pt modelId="{7A375A08-2C47-49A5-B690-71ABD14052B4}" type="sibTrans" cxnId="{E0D1764D-E5F2-4162-8EAA-4FAA8C388511}">
      <dgm:prSet/>
      <dgm:spPr/>
      <dgm:t>
        <a:bodyPr/>
        <a:lstStyle/>
        <a:p>
          <a:endParaRPr lang="en-US"/>
        </a:p>
      </dgm:t>
    </dgm:pt>
    <dgm:pt modelId="{79BABF6F-9AFC-4521-982A-DFF6E53E3353}">
      <dgm:prSet/>
      <dgm:spPr/>
      <dgm:t>
        <a:bodyPr/>
        <a:lstStyle/>
        <a:p>
          <a:r>
            <a:rPr lang="en-US" dirty="0"/>
            <a:t>HL7 Europe </a:t>
          </a:r>
          <a:r>
            <a:rPr lang="en-US" b="1" dirty="0"/>
            <a:t>Medication Prescription and Dispense </a:t>
          </a:r>
          <a:r>
            <a:rPr lang="en-US" dirty="0"/>
            <a:t>FHIR IG v1.0.0 (R4 and R5) – May 2026</a:t>
          </a:r>
        </a:p>
      </dgm:t>
    </dgm:pt>
    <dgm:pt modelId="{E332C3E6-8117-48E5-9E7D-08857F9E6826}" type="parTrans" cxnId="{0B4D12D9-88E4-4AB3-8DDC-3106AFDB4B55}">
      <dgm:prSet/>
      <dgm:spPr/>
      <dgm:t>
        <a:bodyPr/>
        <a:lstStyle/>
        <a:p>
          <a:endParaRPr lang="en-US"/>
        </a:p>
      </dgm:t>
    </dgm:pt>
    <dgm:pt modelId="{D1568D19-E23D-4DAB-A2C1-A63F8F2E1D83}" type="sibTrans" cxnId="{0B4D12D9-88E4-4AB3-8DDC-3106AFDB4B55}">
      <dgm:prSet/>
      <dgm:spPr/>
      <dgm:t>
        <a:bodyPr/>
        <a:lstStyle/>
        <a:p>
          <a:endParaRPr lang="en-US"/>
        </a:p>
      </dgm:t>
    </dgm:pt>
    <dgm:pt modelId="{053D7863-49C0-42F7-9C34-51D803690759}">
      <dgm:prSet custT="1"/>
      <dgm:spPr/>
      <dgm:t>
        <a:bodyPr/>
        <a:lstStyle/>
        <a:p>
          <a:r>
            <a:rPr lang="en-US" sz="1800" b="1" dirty="0"/>
            <a:t>Ballot</a:t>
          </a:r>
        </a:p>
      </dgm:t>
    </dgm:pt>
    <dgm:pt modelId="{D9BCAE35-404F-47B6-958B-D2CB74C30FF6}" type="parTrans" cxnId="{193DC22C-2783-4F67-BC90-E126029BF9B9}">
      <dgm:prSet/>
      <dgm:spPr/>
      <dgm:t>
        <a:bodyPr/>
        <a:lstStyle/>
        <a:p>
          <a:endParaRPr lang="en-US"/>
        </a:p>
      </dgm:t>
    </dgm:pt>
    <dgm:pt modelId="{18E0C350-F42C-46C8-B873-2D6AF2438AAF}" type="sibTrans" cxnId="{193DC22C-2783-4F67-BC90-E126029BF9B9}">
      <dgm:prSet/>
      <dgm:spPr/>
      <dgm:t>
        <a:bodyPr/>
        <a:lstStyle/>
        <a:p>
          <a:endParaRPr lang="en-US"/>
        </a:p>
      </dgm:t>
    </dgm:pt>
    <dgm:pt modelId="{A1FBA083-4F41-4D26-A55F-1D713D5DF5C9}">
      <dgm:prSet/>
      <dgm:spPr/>
      <dgm:t>
        <a:bodyPr/>
        <a:lstStyle/>
        <a:p>
          <a:r>
            <a:rPr lang="en-US" dirty="0"/>
            <a:t>HL7 Europe </a:t>
          </a:r>
          <a:r>
            <a:rPr lang="en-US" b="1" dirty="0"/>
            <a:t>Imaging Report </a:t>
          </a:r>
          <a:r>
            <a:rPr lang="en-US" dirty="0"/>
            <a:t>R4 (R5) 2</a:t>
          </a:r>
          <a:r>
            <a:rPr lang="en-US" baseline="30000" dirty="0"/>
            <a:t>nd</a:t>
          </a:r>
          <a:r>
            <a:rPr lang="en-US" dirty="0"/>
            <a:t> ballot March 2026</a:t>
          </a:r>
        </a:p>
      </dgm:t>
    </dgm:pt>
    <dgm:pt modelId="{16622CD3-3A08-4837-8EB3-8E08922FABCD}" type="parTrans" cxnId="{DBFBF1AF-0880-4C60-ABB4-C4BAADD14509}">
      <dgm:prSet/>
      <dgm:spPr/>
      <dgm:t>
        <a:bodyPr/>
        <a:lstStyle/>
        <a:p>
          <a:endParaRPr lang="en-US"/>
        </a:p>
      </dgm:t>
    </dgm:pt>
    <dgm:pt modelId="{313E0540-3065-48F2-ADB4-0C025CBFB188}" type="sibTrans" cxnId="{DBFBF1AF-0880-4C60-ABB4-C4BAADD14509}">
      <dgm:prSet/>
      <dgm:spPr/>
      <dgm:t>
        <a:bodyPr/>
        <a:lstStyle/>
        <a:p>
          <a:endParaRPr lang="en-US"/>
        </a:p>
      </dgm:t>
    </dgm:pt>
    <dgm:pt modelId="{45790C5F-1D43-4FE6-9678-17B7B8F9B7F8}">
      <dgm:prSet custT="1"/>
      <dgm:spPr/>
      <dgm:t>
        <a:bodyPr/>
        <a:lstStyle/>
        <a:p>
          <a:r>
            <a:rPr lang="en-US" sz="1800" b="1" dirty="0"/>
            <a:t>Xt-EHR </a:t>
          </a:r>
          <a:r>
            <a:rPr lang="en-US" sz="1800" b="1" dirty="0" err="1"/>
            <a:t>Projectathon</a:t>
          </a:r>
          <a:r>
            <a:rPr lang="en-US" sz="1800" b="1" dirty="0"/>
            <a:t> -  March 2026</a:t>
          </a:r>
        </a:p>
      </dgm:t>
    </dgm:pt>
    <dgm:pt modelId="{163AE8CE-107A-4307-9220-BC495858741D}" type="parTrans" cxnId="{B2992D93-C7AB-463D-ABFE-76C0906B5D55}">
      <dgm:prSet/>
      <dgm:spPr/>
      <dgm:t>
        <a:bodyPr/>
        <a:lstStyle/>
        <a:p>
          <a:endParaRPr lang="en-US"/>
        </a:p>
      </dgm:t>
    </dgm:pt>
    <dgm:pt modelId="{B3CA8CFE-2C4C-49E5-A6F8-B9623B5D0A91}" type="sibTrans" cxnId="{B2992D93-C7AB-463D-ABFE-76C0906B5D55}">
      <dgm:prSet/>
      <dgm:spPr/>
      <dgm:t>
        <a:bodyPr/>
        <a:lstStyle/>
        <a:p>
          <a:endParaRPr lang="en-US"/>
        </a:p>
      </dgm:t>
    </dgm:pt>
    <dgm:pt modelId="{482243C1-C1BE-450D-82B8-634E97700DE2}">
      <dgm:prSet/>
      <dgm:spPr/>
      <dgm:t>
        <a:bodyPr/>
        <a:lstStyle/>
        <a:p>
          <a:r>
            <a:rPr lang="en-US" dirty="0"/>
            <a:t>HL7 Europe </a:t>
          </a:r>
          <a:r>
            <a:rPr lang="en-US" b="1" dirty="0"/>
            <a:t>European </a:t>
          </a:r>
          <a:r>
            <a:rPr lang="en-US" b="1"/>
            <a:t>Patient Summary </a:t>
          </a:r>
          <a:r>
            <a:rPr lang="en-US"/>
            <a:t>(R4)</a:t>
          </a:r>
          <a:endParaRPr lang="en-US" dirty="0"/>
        </a:p>
      </dgm:t>
    </dgm:pt>
    <dgm:pt modelId="{CB5EB27B-95B8-4705-BFDD-A68FA29659F5}" type="parTrans" cxnId="{B79C8D77-8AB8-464D-AA7E-602ABDF4B2DE}">
      <dgm:prSet/>
      <dgm:spPr/>
      <dgm:t>
        <a:bodyPr/>
        <a:lstStyle/>
        <a:p>
          <a:endParaRPr lang="en-US"/>
        </a:p>
      </dgm:t>
    </dgm:pt>
    <dgm:pt modelId="{78228E30-BA26-4CF0-9321-1F4B26204F59}" type="sibTrans" cxnId="{B79C8D77-8AB8-464D-AA7E-602ABDF4B2DE}">
      <dgm:prSet/>
      <dgm:spPr/>
      <dgm:t>
        <a:bodyPr/>
        <a:lstStyle/>
        <a:p>
          <a:endParaRPr lang="en-US"/>
        </a:p>
      </dgm:t>
    </dgm:pt>
    <dgm:pt modelId="{3D653BA8-3FFF-4519-8C92-759CEC1E2CC7}">
      <dgm:prSet/>
      <dgm:spPr/>
      <dgm:t>
        <a:bodyPr/>
        <a:lstStyle/>
        <a:p>
          <a:r>
            <a:rPr lang="en-US" dirty="0"/>
            <a:t>HL7 Europe </a:t>
          </a:r>
          <a:r>
            <a:rPr lang="en-US" b="1" dirty="0"/>
            <a:t>Hospital Discharge Report  </a:t>
          </a:r>
          <a:r>
            <a:rPr lang="en-US" dirty="0"/>
            <a:t>(R4)</a:t>
          </a:r>
        </a:p>
      </dgm:t>
    </dgm:pt>
    <dgm:pt modelId="{2C956DE0-E2F3-4081-A949-9263AD9EBDF1}" type="parTrans" cxnId="{7E28D671-38F6-4A54-B949-AB78655DC687}">
      <dgm:prSet/>
      <dgm:spPr/>
      <dgm:t>
        <a:bodyPr/>
        <a:lstStyle/>
        <a:p>
          <a:endParaRPr lang="en-US"/>
        </a:p>
      </dgm:t>
    </dgm:pt>
    <dgm:pt modelId="{BCA3A9C3-A428-44FB-BE9F-0E5A0CB0DDC1}" type="sibTrans" cxnId="{7E28D671-38F6-4A54-B949-AB78655DC687}">
      <dgm:prSet/>
      <dgm:spPr/>
      <dgm:t>
        <a:bodyPr/>
        <a:lstStyle/>
        <a:p>
          <a:endParaRPr lang="en-US"/>
        </a:p>
      </dgm:t>
    </dgm:pt>
    <dgm:pt modelId="{2CB4A89A-3348-4247-81DB-7D1F63F5E1D7}" type="pres">
      <dgm:prSet presAssocID="{CEF0E343-4514-42B5-B0C4-428D101F3ECB}" presName="linear" presStyleCnt="0">
        <dgm:presLayoutVars>
          <dgm:animLvl val="lvl"/>
          <dgm:resizeHandles val="exact"/>
        </dgm:presLayoutVars>
      </dgm:prSet>
      <dgm:spPr/>
    </dgm:pt>
    <dgm:pt modelId="{2D48A101-AFA5-47BD-8E78-4E11B1B24D32}" type="pres">
      <dgm:prSet presAssocID="{856DDEBB-A9EB-4AAD-93ED-EF13BB30E71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E1DB1AC-D926-4484-B0DF-184C58FD3FD3}" type="pres">
      <dgm:prSet presAssocID="{856DDEBB-A9EB-4AAD-93ED-EF13BB30E716}" presName="childText" presStyleLbl="revTx" presStyleIdx="0" presStyleCnt="3">
        <dgm:presLayoutVars>
          <dgm:bulletEnabled val="1"/>
        </dgm:presLayoutVars>
      </dgm:prSet>
      <dgm:spPr/>
    </dgm:pt>
    <dgm:pt modelId="{0F41A3FA-B008-491C-B342-6A7F61E34316}" type="pres">
      <dgm:prSet presAssocID="{053D7863-49C0-42F7-9C34-51D8036907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CBB4384-3618-4BE6-A53F-228C9B33A4C0}" type="pres">
      <dgm:prSet presAssocID="{053D7863-49C0-42F7-9C34-51D803690759}" presName="childText" presStyleLbl="revTx" presStyleIdx="1" presStyleCnt="3">
        <dgm:presLayoutVars>
          <dgm:bulletEnabled val="1"/>
        </dgm:presLayoutVars>
      </dgm:prSet>
      <dgm:spPr/>
    </dgm:pt>
    <dgm:pt modelId="{D4257C0B-63F3-4A1A-8F1B-BBEC1961AB46}" type="pres">
      <dgm:prSet presAssocID="{45790C5F-1D43-4FE6-9678-17B7B8F9B7F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060D61A-F543-4E93-96B4-D0F543B30979}" type="pres">
      <dgm:prSet presAssocID="{45790C5F-1D43-4FE6-9678-17B7B8F9B7F8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E9EE0B0F-1E1B-4943-A85D-D74B466EB9B3}" type="presOf" srcId="{856DDEBB-A9EB-4AAD-93ED-EF13BB30E716}" destId="{2D48A101-AFA5-47BD-8E78-4E11B1B24D32}" srcOrd="0" destOrd="0" presId="urn:microsoft.com/office/officeart/2005/8/layout/vList2"/>
    <dgm:cxn modelId="{C91AEC1B-F6B1-4856-9E4B-2176EA21A46D}" type="presOf" srcId="{45790C5F-1D43-4FE6-9678-17B7B8F9B7F8}" destId="{D4257C0B-63F3-4A1A-8F1B-BBEC1961AB46}" srcOrd="0" destOrd="0" presId="urn:microsoft.com/office/officeart/2005/8/layout/vList2"/>
    <dgm:cxn modelId="{193DC22C-2783-4F67-BC90-E126029BF9B9}" srcId="{CEF0E343-4514-42B5-B0C4-428D101F3ECB}" destId="{053D7863-49C0-42F7-9C34-51D803690759}" srcOrd="1" destOrd="0" parTransId="{D9BCAE35-404F-47B6-958B-D2CB74C30FF6}" sibTransId="{18E0C350-F42C-46C8-B873-2D6AF2438AAF}"/>
    <dgm:cxn modelId="{6C5D0E64-105A-4935-872A-9E49D5242FE7}" srcId="{CEF0E343-4514-42B5-B0C4-428D101F3ECB}" destId="{856DDEBB-A9EB-4AAD-93ED-EF13BB30E716}" srcOrd="0" destOrd="0" parTransId="{7F50492A-743E-492C-9144-F8258BC12ADA}" sibTransId="{4F3DF473-A17D-404B-BBE0-A357596A628C}"/>
    <dgm:cxn modelId="{5685D34A-6786-4098-91EC-6A8A687F13DA}" type="presOf" srcId="{79BABF6F-9AFC-4521-982A-DFF6E53E3353}" destId="{1E1DB1AC-D926-4484-B0DF-184C58FD3FD3}" srcOrd="0" destOrd="3" presId="urn:microsoft.com/office/officeart/2005/8/layout/vList2"/>
    <dgm:cxn modelId="{E0D1764D-E5F2-4162-8EAA-4FAA8C388511}" srcId="{856DDEBB-A9EB-4AAD-93ED-EF13BB30E716}" destId="{B6D73856-4899-4044-B02C-1ECB8A9308A3}" srcOrd="2" destOrd="0" parTransId="{5474BD1D-3E23-4ED7-B04C-587CD99B5595}" sibTransId="{7A375A08-2C47-49A5-B690-71ABD14052B4}"/>
    <dgm:cxn modelId="{E7A8994D-2B2A-4E4E-8F65-F7E3874556AD}" type="presOf" srcId="{73963CCD-C490-48CB-9DAB-B84A8E5BE749}" destId="{1E1DB1AC-D926-4484-B0DF-184C58FD3FD3}" srcOrd="0" destOrd="1" presId="urn:microsoft.com/office/officeart/2005/8/layout/vList2"/>
    <dgm:cxn modelId="{7E28D671-38F6-4A54-B949-AB78655DC687}" srcId="{45790C5F-1D43-4FE6-9678-17B7B8F9B7F8}" destId="{3D653BA8-3FFF-4519-8C92-759CEC1E2CC7}" srcOrd="1" destOrd="0" parTransId="{2C956DE0-E2F3-4081-A949-9263AD9EBDF1}" sibTransId="{BCA3A9C3-A428-44FB-BE9F-0E5A0CB0DDC1}"/>
    <dgm:cxn modelId="{B79C8D77-8AB8-464D-AA7E-602ABDF4B2DE}" srcId="{45790C5F-1D43-4FE6-9678-17B7B8F9B7F8}" destId="{482243C1-C1BE-450D-82B8-634E97700DE2}" srcOrd="0" destOrd="0" parTransId="{CB5EB27B-95B8-4705-BFDD-A68FA29659F5}" sibTransId="{78228E30-BA26-4CF0-9321-1F4B26204F59}"/>
    <dgm:cxn modelId="{EC23127C-CB57-4CC4-9B81-0934C6E430BF}" srcId="{856DDEBB-A9EB-4AAD-93ED-EF13BB30E716}" destId="{73963CCD-C490-48CB-9DAB-B84A8E5BE749}" srcOrd="1" destOrd="0" parTransId="{980AA81D-F1FD-4892-A46F-C4727C88C273}" sibTransId="{28D041DE-FC6D-4BA0-B502-9142E6AF0840}"/>
    <dgm:cxn modelId="{B2992D93-C7AB-463D-ABFE-76C0906B5D55}" srcId="{CEF0E343-4514-42B5-B0C4-428D101F3ECB}" destId="{45790C5F-1D43-4FE6-9678-17B7B8F9B7F8}" srcOrd="2" destOrd="0" parTransId="{163AE8CE-107A-4307-9220-BC495858741D}" sibTransId="{B3CA8CFE-2C4C-49E5-A6F8-B9623B5D0A91}"/>
    <dgm:cxn modelId="{732235A5-C8B2-49D8-B6AC-CF481FF25853}" type="presOf" srcId="{A1FBA083-4F41-4D26-A55F-1D713D5DF5C9}" destId="{9CBB4384-3618-4BE6-A53F-228C9B33A4C0}" srcOrd="0" destOrd="0" presId="urn:microsoft.com/office/officeart/2005/8/layout/vList2"/>
    <dgm:cxn modelId="{D238ADA8-C6EE-4606-984C-E0B84068914D}" type="presOf" srcId="{DAD1CA74-073C-4AF5-99B8-BDB00AC2E9C9}" destId="{1E1DB1AC-D926-4484-B0DF-184C58FD3FD3}" srcOrd="0" destOrd="0" presId="urn:microsoft.com/office/officeart/2005/8/layout/vList2"/>
    <dgm:cxn modelId="{1957EDAB-D03D-460C-A5C1-5C38E25C8664}" type="presOf" srcId="{482243C1-C1BE-450D-82B8-634E97700DE2}" destId="{F060D61A-F543-4E93-96B4-D0F543B30979}" srcOrd="0" destOrd="0" presId="urn:microsoft.com/office/officeart/2005/8/layout/vList2"/>
    <dgm:cxn modelId="{DBFBF1AF-0880-4C60-ABB4-C4BAADD14509}" srcId="{053D7863-49C0-42F7-9C34-51D803690759}" destId="{A1FBA083-4F41-4D26-A55F-1D713D5DF5C9}" srcOrd="0" destOrd="0" parTransId="{16622CD3-3A08-4837-8EB3-8E08922FABCD}" sibTransId="{313E0540-3065-48F2-ADB4-0C025CBFB188}"/>
    <dgm:cxn modelId="{A39102B0-307B-4A45-ABAE-6466754A1AC7}" type="presOf" srcId="{B6D73856-4899-4044-B02C-1ECB8A9308A3}" destId="{1E1DB1AC-D926-4484-B0DF-184C58FD3FD3}" srcOrd="0" destOrd="2" presId="urn:microsoft.com/office/officeart/2005/8/layout/vList2"/>
    <dgm:cxn modelId="{697D0BC9-7A55-4ED4-A395-A781F2E8212E}" type="presOf" srcId="{3D653BA8-3FFF-4519-8C92-759CEC1E2CC7}" destId="{F060D61A-F543-4E93-96B4-D0F543B30979}" srcOrd="0" destOrd="1" presId="urn:microsoft.com/office/officeart/2005/8/layout/vList2"/>
    <dgm:cxn modelId="{D8A850D1-C2C3-46AA-B495-621120C966C9}" type="presOf" srcId="{053D7863-49C0-42F7-9C34-51D803690759}" destId="{0F41A3FA-B008-491C-B342-6A7F61E34316}" srcOrd="0" destOrd="0" presId="urn:microsoft.com/office/officeart/2005/8/layout/vList2"/>
    <dgm:cxn modelId="{0B4D12D9-88E4-4AB3-8DDC-3106AFDB4B55}" srcId="{856DDEBB-A9EB-4AAD-93ED-EF13BB30E716}" destId="{79BABF6F-9AFC-4521-982A-DFF6E53E3353}" srcOrd="3" destOrd="0" parTransId="{E332C3E6-8117-48E5-9E7D-08857F9E6826}" sibTransId="{D1568D19-E23D-4DAB-A2C1-A63F8F2E1D83}"/>
    <dgm:cxn modelId="{6AABCBF1-8706-4D9D-9672-5F9CC87D8A7F}" srcId="{856DDEBB-A9EB-4AAD-93ED-EF13BB30E716}" destId="{DAD1CA74-073C-4AF5-99B8-BDB00AC2E9C9}" srcOrd="0" destOrd="0" parTransId="{420C9B16-6AD2-4570-B41D-E2ED3F4C682E}" sibTransId="{1B7C6E66-B218-40BF-B33D-71FC70D0F5F1}"/>
    <dgm:cxn modelId="{BA04E4FC-651A-4DAF-ABF7-1A386E28F4E6}" type="presOf" srcId="{CEF0E343-4514-42B5-B0C4-428D101F3ECB}" destId="{2CB4A89A-3348-4247-81DB-7D1F63F5E1D7}" srcOrd="0" destOrd="0" presId="urn:microsoft.com/office/officeart/2005/8/layout/vList2"/>
    <dgm:cxn modelId="{7A427C35-8047-411C-9ADB-3263F31251AA}" type="presParOf" srcId="{2CB4A89A-3348-4247-81DB-7D1F63F5E1D7}" destId="{2D48A101-AFA5-47BD-8E78-4E11B1B24D32}" srcOrd="0" destOrd="0" presId="urn:microsoft.com/office/officeart/2005/8/layout/vList2"/>
    <dgm:cxn modelId="{249E31CB-EAFD-49CC-A2EC-FB65F1598D37}" type="presParOf" srcId="{2CB4A89A-3348-4247-81DB-7D1F63F5E1D7}" destId="{1E1DB1AC-D926-4484-B0DF-184C58FD3FD3}" srcOrd="1" destOrd="0" presId="urn:microsoft.com/office/officeart/2005/8/layout/vList2"/>
    <dgm:cxn modelId="{E1C51A71-430F-4CC0-B908-29672A7BFD43}" type="presParOf" srcId="{2CB4A89A-3348-4247-81DB-7D1F63F5E1D7}" destId="{0F41A3FA-B008-491C-B342-6A7F61E34316}" srcOrd="2" destOrd="0" presId="urn:microsoft.com/office/officeart/2005/8/layout/vList2"/>
    <dgm:cxn modelId="{41B4F254-E7FD-40E3-BEC3-A4C2954702E7}" type="presParOf" srcId="{2CB4A89A-3348-4247-81DB-7D1F63F5E1D7}" destId="{9CBB4384-3618-4BE6-A53F-228C9B33A4C0}" srcOrd="3" destOrd="0" presId="urn:microsoft.com/office/officeart/2005/8/layout/vList2"/>
    <dgm:cxn modelId="{6ED22DB6-88FF-4216-8088-A08D5327837E}" type="presParOf" srcId="{2CB4A89A-3348-4247-81DB-7D1F63F5E1D7}" destId="{D4257C0B-63F3-4A1A-8F1B-BBEC1961AB46}" srcOrd="4" destOrd="0" presId="urn:microsoft.com/office/officeart/2005/8/layout/vList2"/>
    <dgm:cxn modelId="{52409ACE-2243-4C82-98D6-5264E20CF110}" type="presParOf" srcId="{2CB4A89A-3348-4247-81DB-7D1F63F5E1D7}" destId="{F060D61A-F543-4E93-96B4-D0F543B3097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F97ED3-AC2C-4035-ACA9-7BA819DB4196}" type="doc">
      <dgm:prSet loTypeId="urn:microsoft.com/office/officeart/2005/8/layout/vList3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pt-PT"/>
        </a:p>
      </dgm:t>
    </dgm:pt>
    <dgm:pt modelId="{9A16D904-CCE1-4CB9-9C15-7E4B7FAC7F4F}">
      <dgm:prSet phldrT="[Texto]" custT="1"/>
      <dgm:spPr/>
      <dgm:t>
        <a:bodyPr/>
        <a:lstStyle/>
        <a:p>
          <a:r>
            <a:rPr lang="en-US" sz="1400" b="1" kern="1200" noProof="0" dirty="0"/>
            <a:t>Medication Prescription &amp; Dispense (1.0): </a:t>
          </a:r>
          <a:r>
            <a:rPr lang="en-US" sz="1400" b="1" kern="1200" noProof="0" dirty="0">
              <a:solidFill>
                <a:srgbClr val="FFFF00"/>
              </a:solidFill>
              <a:latin typeface="Arial"/>
              <a:ea typeface="+mn-ea"/>
              <a:cs typeface="+mn-cs"/>
            </a:rPr>
            <a:t>https://hl7.eu/fhir/mpd; </a:t>
          </a:r>
        </a:p>
      </dgm:t>
    </dgm:pt>
    <dgm:pt modelId="{539CA01D-4546-41D7-A8BC-D52ED854464A}" type="parTrans" cxnId="{5807C1D1-C1C4-4221-88D6-DD4038BC6B2D}">
      <dgm:prSet/>
      <dgm:spPr/>
      <dgm:t>
        <a:bodyPr/>
        <a:lstStyle/>
        <a:p>
          <a:endParaRPr lang="pt-PT" sz="1200" b="1"/>
        </a:p>
      </dgm:t>
    </dgm:pt>
    <dgm:pt modelId="{2A285323-221E-461D-A228-7891C4F68F07}" type="sibTrans" cxnId="{5807C1D1-C1C4-4221-88D6-DD4038BC6B2D}">
      <dgm:prSet/>
      <dgm:spPr/>
      <dgm:t>
        <a:bodyPr/>
        <a:lstStyle/>
        <a:p>
          <a:endParaRPr lang="pt-PT" sz="1200" b="1"/>
        </a:p>
      </dgm:t>
    </dgm:pt>
    <dgm:pt modelId="{4DA13D9D-1CE9-4F97-A6D9-BF30B29F4A98}">
      <dgm:prSet phldrT="[Texto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sz="1400" b="1" kern="1200" noProof="0" dirty="0"/>
            <a:t>European Patient Summary (</a:t>
          </a:r>
          <a:r>
            <a:rPr lang="en-US" sz="1400" b="1" kern="1200" noProof="0" dirty="0" err="1"/>
            <a:t>xtehr</a:t>
          </a:r>
          <a:r>
            <a:rPr lang="en-US" sz="1400" b="1" kern="1200" noProof="0" dirty="0"/>
            <a:t>): </a:t>
          </a:r>
          <a:r>
            <a:rPr lang="en-US" sz="1400" b="1" kern="1200" noProof="0" dirty="0">
              <a:solidFill>
                <a:srgbClr val="FFFF00"/>
              </a:solidFill>
              <a:latin typeface="Arial"/>
              <a:ea typeface="+mn-ea"/>
              <a:cs typeface="+mn-cs"/>
            </a:rPr>
            <a:t>https://hl7.eu/fhir/eps/</a:t>
          </a:r>
          <a:r>
            <a:rPr lang="en-US" sz="1400" b="1" kern="1200" noProof="0" dirty="0">
              <a:solidFill>
                <a:srgbClr val="FFFF00"/>
              </a:solidFill>
            </a:rPr>
            <a:t>xtehr</a:t>
          </a:r>
          <a:endParaRPr lang="en-US" sz="1400" b="1" kern="1200" noProof="0" dirty="0">
            <a:solidFill>
              <a:srgbClr val="FFFF00"/>
            </a:solidFill>
            <a:latin typeface="Arial"/>
            <a:ea typeface="+mn-ea"/>
            <a:cs typeface="+mn-cs"/>
          </a:endParaRPr>
        </a:p>
      </dgm:t>
    </dgm:pt>
    <dgm:pt modelId="{EC52F73B-E7BC-486D-B12E-365E482A2C8E}" type="parTrans" cxnId="{7ADC3BEF-C0D3-44E9-B131-BFAB98117BCF}">
      <dgm:prSet/>
      <dgm:spPr/>
      <dgm:t>
        <a:bodyPr/>
        <a:lstStyle/>
        <a:p>
          <a:endParaRPr lang="pt-PT" sz="1200" b="1"/>
        </a:p>
      </dgm:t>
    </dgm:pt>
    <dgm:pt modelId="{A73BB578-120A-4CE3-A35D-19ABCCFAAF7E}" type="sibTrans" cxnId="{7ADC3BEF-C0D3-44E9-B131-BFAB98117BCF}">
      <dgm:prSet/>
      <dgm:spPr/>
      <dgm:t>
        <a:bodyPr/>
        <a:lstStyle/>
        <a:p>
          <a:endParaRPr lang="pt-PT" sz="1200" b="1"/>
        </a:p>
      </dgm:t>
    </dgm:pt>
    <dgm:pt modelId="{2B8C5BB1-FEDF-42F4-8348-668C02CE3E7B}">
      <dgm:prSet phldrT="[Texto]" custT="1"/>
      <dgm:spPr/>
      <dgm:t>
        <a:bodyPr/>
        <a:lstStyle/>
        <a:p>
          <a:r>
            <a:rPr lang="en-US" sz="1400" b="1" noProof="0" dirty="0"/>
            <a:t>Laboratory Report (2.0):  </a:t>
          </a:r>
          <a:r>
            <a:rPr lang="en-US" sz="1400" b="1" noProof="0" dirty="0">
              <a:solidFill>
                <a:srgbClr val="FFFF00"/>
              </a:solidFill>
            </a:rPr>
            <a:t>https://hl7.eu/fhir/laboratory</a:t>
          </a:r>
        </a:p>
      </dgm:t>
    </dgm:pt>
    <dgm:pt modelId="{767CC231-B8F9-4600-8C6C-6F43E4C09942}" type="parTrans" cxnId="{3CA8FE0F-F2A0-4476-AD48-F043751BF249}">
      <dgm:prSet/>
      <dgm:spPr/>
      <dgm:t>
        <a:bodyPr/>
        <a:lstStyle/>
        <a:p>
          <a:endParaRPr lang="pt-PT" sz="1200" b="1"/>
        </a:p>
      </dgm:t>
    </dgm:pt>
    <dgm:pt modelId="{5A623DBD-2B0B-4536-A0D9-54E492A098BC}" type="sibTrans" cxnId="{3CA8FE0F-F2A0-4476-AD48-F043751BF249}">
      <dgm:prSet/>
      <dgm:spPr/>
      <dgm:t>
        <a:bodyPr/>
        <a:lstStyle/>
        <a:p>
          <a:endParaRPr lang="pt-PT" sz="1200" b="1"/>
        </a:p>
      </dgm:t>
    </dgm:pt>
    <dgm:pt modelId="{FB1C8203-6E71-4C16-8053-0835A55F37FB}">
      <dgm:prSet phldrT="[Texto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sz="1400" b="1" kern="1200" noProof="0" dirty="0"/>
            <a:t>Medical imaging Report (2.0 ballot): </a:t>
          </a:r>
          <a:r>
            <a:rPr lang="en-US" sz="1400" b="1" kern="1200" noProof="0" dirty="0">
              <a:solidFill>
                <a:srgbClr val="FFFF00"/>
              </a:solidFill>
              <a:latin typeface="Arial"/>
              <a:ea typeface="+mn-ea"/>
              <a:cs typeface="+mn-cs"/>
            </a:rPr>
            <a:t>https://hl7.eu/fhir/imaging</a:t>
          </a:r>
        </a:p>
      </dgm:t>
    </dgm:pt>
    <dgm:pt modelId="{7749B20D-0EC5-4405-90BB-AFF6B5B017CB}" type="parTrans" cxnId="{42A1A4EC-CF1A-4DF2-A414-25E31A4B0A39}">
      <dgm:prSet/>
      <dgm:spPr/>
      <dgm:t>
        <a:bodyPr/>
        <a:lstStyle/>
        <a:p>
          <a:endParaRPr lang="pt-PT" sz="1200" b="1"/>
        </a:p>
      </dgm:t>
    </dgm:pt>
    <dgm:pt modelId="{4434E82A-FD3D-45AA-B26C-4BEA7860F05E}" type="sibTrans" cxnId="{42A1A4EC-CF1A-4DF2-A414-25E31A4B0A39}">
      <dgm:prSet/>
      <dgm:spPr/>
      <dgm:t>
        <a:bodyPr/>
        <a:lstStyle/>
        <a:p>
          <a:endParaRPr lang="pt-PT" sz="1200" b="1"/>
        </a:p>
      </dgm:t>
    </dgm:pt>
    <dgm:pt modelId="{F9DE40C8-23E6-4913-A781-E80C55D03347}">
      <dgm:prSet phldrT="[Texto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sz="1400" b="1" kern="1200" noProof="0" dirty="0"/>
            <a:t>Hospital Discharge Report (</a:t>
          </a:r>
          <a:r>
            <a:rPr lang="en-US" sz="1400" b="1" kern="1200" noProof="0" dirty="0" err="1"/>
            <a:t>xtehr</a:t>
          </a:r>
          <a:r>
            <a:rPr lang="en-US" sz="1400" b="1" kern="1200" noProof="0" dirty="0"/>
            <a:t>): </a:t>
          </a:r>
          <a:r>
            <a:rPr lang="en-US" sz="1400" b="1" kern="1200" noProof="0" dirty="0">
              <a:solidFill>
                <a:srgbClr val="FFFF00"/>
              </a:solidFill>
              <a:latin typeface="Arial"/>
              <a:ea typeface="+mn-ea"/>
              <a:cs typeface="+mn-cs"/>
            </a:rPr>
            <a:t>https://hl7.eu/fhir/hdr/xtehr</a:t>
          </a:r>
        </a:p>
      </dgm:t>
    </dgm:pt>
    <dgm:pt modelId="{9ACC628E-E2CE-4435-BF64-92EF10EBF340}" type="parTrans" cxnId="{29D22522-3EB4-4EF6-87B6-AD8DF388343E}">
      <dgm:prSet/>
      <dgm:spPr/>
      <dgm:t>
        <a:bodyPr/>
        <a:lstStyle/>
        <a:p>
          <a:endParaRPr lang="pt-PT" sz="1200" b="1"/>
        </a:p>
      </dgm:t>
    </dgm:pt>
    <dgm:pt modelId="{714AFEB3-32B6-471B-8B1C-3CF7DC5F689B}" type="sibTrans" cxnId="{29D22522-3EB4-4EF6-87B6-AD8DF388343E}">
      <dgm:prSet/>
      <dgm:spPr/>
      <dgm:t>
        <a:bodyPr/>
        <a:lstStyle/>
        <a:p>
          <a:endParaRPr lang="pt-PT" sz="1200" b="1"/>
        </a:p>
      </dgm:t>
    </dgm:pt>
    <dgm:pt modelId="{7E3BBBC0-9346-4E61-B3EE-0E2BF0FD3536}">
      <dgm:prSet phldrT="[Texto]" custT="1"/>
      <dgm:spPr/>
      <dgm:t>
        <a:bodyPr/>
        <a:lstStyle/>
        <a:p>
          <a:r>
            <a:rPr lang="en-US" sz="1400" b="1" kern="1200" noProof="0" dirty="0"/>
            <a:t>All CI-build: </a:t>
          </a:r>
          <a:r>
            <a:rPr lang="en-US" sz="1400" b="1" kern="1200" noProof="0" dirty="0">
              <a:solidFill>
                <a:srgbClr val="FFFF00"/>
              </a:solidFill>
              <a:latin typeface="Arial"/>
              <a:ea typeface="+mn-ea"/>
              <a:cs typeface="+mn-cs"/>
            </a:rPr>
            <a:t>https://build.fhir.org/hl7-eu</a:t>
          </a:r>
        </a:p>
      </dgm:t>
    </dgm:pt>
    <dgm:pt modelId="{C75AAA8A-CB30-4E4D-A74D-7D5C50BDCE08}" type="parTrans" cxnId="{4E5D20F2-5F43-4E28-B9F9-EF276D5975CD}">
      <dgm:prSet/>
      <dgm:spPr/>
      <dgm:t>
        <a:bodyPr/>
        <a:lstStyle/>
        <a:p>
          <a:endParaRPr lang="en-US"/>
        </a:p>
      </dgm:t>
    </dgm:pt>
    <dgm:pt modelId="{AE2CCBAB-41DE-4A7E-9170-433D57E26CC5}" type="sibTrans" cxnId="{4E5D20F2-5F43-4E28-B9F9-EF276D5975CD}">
      <dgm:prSet/>
      <dgm:spPr/>
      <dgm:t>
        <a:bodyPr/>
        <a:lstStyle/>
        <a:p>
          <a:endParaRPr lang="en-US"/>
        </a:p>
      </dgm:t>
    </dgm:pt>
    <dgm:pt modelId="{2BA111CE-2481-4EF7-A1ED-798D7EC25A9F}">
      <dgm:prSet phldrT="[Texto]" custT="1"/>
      <dgm:spPr/>
      <dgm:t>
        <a:bodyPr/>
        <a:lstStyle/>
        <a:p>
          <a:r>
            <a:rPr lang="en-US" sz="1400" b="1" kern="1200" noProof="0" dirty="0">
              <a:solidFill>
                <a:schemeClr val="bg1"/>
              </a:solidFill>
              <a:latin typeface="Arial"/>
              <a:ea typeface="+mn-ea"/>
              <a:cs typeface="+mn-cs"/>
            </a:rPr>
            <a:t>Base and Core (2.0): </a:t>
          </a:r>
          <a:r>
            <a:rPr lang="en-US" sz="1400" b="1" kern="1200" noProof="0" dirty="0">
              <a:solidFill>
                <a:srgbClr val="FFFF00"/>
              </a:solidFill>
              <a:latin typeface="Arial"/>
              <a:ea typeface="+mn-ea"/>
              <a:cs typeface="+mn-cs"/>
            </a:rPr>
            <a:t>https://hl7.eu/fhir/base; </a:t>
          </a:r>
        </a:p>
      </dgm:t>
    </dgm:pt>
    <dgm:pt modelId="{E8AFD8A2-E0CA-4E49-A3F1-335707E52055}" type="parTrans" cxnId="{07C15FD7-5F7C-4300-B1C8-08BF3BD7E2CF}">
      <dgm:prSet/>
      <dgm:spPr/>
      <dgm:t>
        <a:bodyPr/>
        <a:lstStyle/>
        <a:p>
          <a:endParaRPr lang="en-US"/>
        </a:p>
      </dgm:t>
    </dgm:pt>
    <dgm:pt modelId="{2259C50D-899C-4CF0-A566-ACB4E91C1448}" type="sibTrans" cxnId="{07C15FD7-5F7C-4300-B1C8-08BF3BD7E2CF}">
      <dgm:prSet/>
      <dgm:spPr/>
      <dgm:t>
        <a:bodyPr/>
        <a:lstStyle/>
        <a:p>
          <a:endParaRPr lang="en-US"/>
        </a:p>
      </dgm:t>
    </dgm:pt>
    <dgm:pt modelId="{3DB8DCF8-5A67-4743-9A74-380E356E836B}" type="pres">
      <dgm:prSet presAssocID="{72F97ED3-AC2C-4035-ACA9-7BA819DB4196}" presName="linearFlow" presStyleCnt="0">
        <dgm:presLayoutVars>
          <dgm:dir/>
          <dgm:resizeHandles val="exact"/>
        </dgm:presLayoutVars>
      </dgm:prSet>
      <dgm:spPr/>
    </dgm:pt>
    <dgm:pt modelId="{926C56F2-2E51-4E48-8DBA-CFD0CBD63D9B}" type="pres">
      <dgm:prSet presAssocID="{2B8C5BB1-FEDF-42F4-8348-668C02CE3E7B}" presName="composite" presStyleCnt="0"/>
      <dgm:spPr/>
    </dgm:pt>
    <dgm:pt modelId="{612A577A-2954-48A5-BEED-1C338F99FE15}" type="pres">
      <dgm:prSet presAssocID="{2B8C5BB1-FEDF-42F4-8348-668C02CE3E7B}" presName="imgShp" presStyleLbl="fgImgPlace1" presStyleIdx="0" presStyleCnt="7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21A55052-1A8A-4D8C-B373-DE826663B5E1}" type="pres">
      <dgm:prSet presAssocID="{2B8C5BB1-FEDF-42F4-8348-668C02CE3E7B}" presName="txShp" presStyleLbl="node1" presStyleIdx="0" presStyleCnt="7">
        <dgm:presLayoutVars>
          <dgm:bulletEnabled val="1"/>
        </dgm:presLayoutVars>
      </dgm:prSet>
      <dgm:spPr/>
    </dgm:pt>
    <dgm:pt modelId="{B77FA280-DC18-4E2B-BDC1-27A061183BC0}" type="pres">
      <dgm:prSet presAssocID="{5A623DBD-2B0B-4536-A0D9-54E492A098BC}" presName="spacing" presStyleCnt="0"/>
      <dgm:spPr/>
    </dgm:pt>
    <dgm:pt modelId="{EF594BEE-5F26-4C2F-B800-23B251D0CFC3}" type="pres">
      <dgm:prSet presAssocID="{F9DE40C8-23E6-4913-A781-E80C55D03347}" presName="composite" presStyleCnt="0"/>
      <dgm:spPr/>
    </dgm:pt>
    <dgm:pt modelId="{B66A9351-0BE0-42BA-8166-7667A0E6E517}" type="pres">
      <dgm:prSet presAssocID="{F9DE40C8-23E6-4913-A781-E80C55D03347}" presName="imgShp" presStyleLbl="fgImgPlace1" presStyleIdx="1" presStyleCnt="7"/>
      <dgm:spPr>
        <a:blipFill rotWithShape="1"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F351C66D-4C4F-46B9-85B8-27AF7BA8752F}" type="pres">
      <dgm:prSet presAssocID="{F9DE40C8-23E6-4913-A781-E80C55D03347}" presName="txShp" presStyleLbl="node1" presStyleIdx="1" presStyleCnt="7">
        <dgm:presLayoutVars>
          <dgm:bulletEnabled val="1"/>
        </dgm:presLayoutVars>
      </dgm:prSet>
      <dgm:spPr/>
    </dgm:pt>
    <dgm:pt modelId="{CDD145F1-5AB1-5F4E-8C0F-942D3BC2B8AD}" type="pres">
      <dgm:prSet presAssocID="{714AFEB3-32B6-471B-8B1C-3CF7DC5F689B}" presName="spacing" presStyleCnt="0"/>
      <dgm:spPr/>
    </dgm:pt>
    <dgm:pt modelId="{1AC211D7-EB5A-4E97-84C0-384E72B528FA}" type="pres">
      <dgm:prSet presAssocID="{4DA13D9D-1CE9-4F97-A6D9-BF30B29F4A98}" presName="composite" presStyleCnt="0"/>
      <dgm:spPr/>
    </dgm:pt>
    <dgm:pt modelId="{06F9A33D-7AF9-409B-AD95-171FDE74B427}" type="pres">
      <dgm:prSet presAssocID="{4DA13D9D-1CE9-4F97-A6D9-BF30B29F4A98}" presName="imgShp" presStyleLbl="fgImgPlace1" presStyleIdx="2" presStyleCnt="7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58C83388-1D55-4169-9EA3-FE0A1F7DC2D5}" type="pres">
      <dgm:prSet presAssocID="{4DA13D9D-1CE9-4F97-A6D9-BF30B29F4A98}" presName="txShp" presStyleLbl="node1" presStyleIdx="2" presStyleCnt="7">
        <dgm:presLayoutVars>
          <dgm:bulletEnabled val="1"/>
        </dgm:presLayoutVars>
      </dgm:prSet>
      <dgm:spPr/>
    </dgm:pt>
    <dgm:pt modelId="{489ECBA0-C74C-4B53-ABB1-C5FCE2D666C4}" type="pres">
      <dgm:prSet presAssocID="{A73BB578-120A-4CE3-A35D-19ABCCFAAF7E}" presName="spacing" presStyleCnt="0"/>
      <dgm:spPr/>
    </dgm:pt>
    <dgm:pt modelId="{5C6DF298-20BB-4B34-923C-0811FC9778AF}" type="pres">
      <dgm:prSet presAssocID="{FB1C8203-6E71-4C16-8053-0835A55F37FB}" presName="composite" presStyleCnt="0"/>
      <dgm:spPr/>
    </dgm:pt>
    <dgm:pt modelId="{DD13A69B-E5BF-4887-A338-FE48D50BC866}" type="pres">
      <dgm:prSet presAssocID="{FB1C8203-6E71-4C16-8053-0835A55F37FB}" presName="imgShp" presStyleLbl="fgImgPlace1" presStyleIdx="3" presStyleCnt="7"/>
      <dgm:spPr>
        <a:blipFill rotWithShape="1"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BEA644FB-38B6-4437-9A05-0C368CF9D74C}" type="pres">
      <dgm:prSet presAssocID="{FB1C8203-6E71-4C16-8053-0835A55F37FB}" presName="txShp" presStyleLbl="node1" presStyleIdx="3" presStyleCnt="7">
        <dgm:presLayoutVars>
          <dgm:bulletEnabled val="1"/>
        </dgm:presLayoutVars>
      </dgm:prSet>
      <dgm:spPr/>
    </dgm:pt>
    <dgm:pt modelId="{6470FA9F-919E-4ED9-BB1E-24AFA3963742}" type="pres">
      <dgm:prSet presAssocID="{4434E82A-FD3D-45AA-B26C-4BEA7860F05E}" presName="spacing" presStyleCnt="0"/>
      <dgm:spPr/>
    </dgm:pt>
    <dgm:pt modelId="{67633A20-CB46-4C0F-AFAC-3C4717F54761}" type="pres">
      <dgm:prSet presAssocID="{9A16D904-CCE1-4CB9-9C15-7E4B7FAC7F4F}" presName="composite" presStyleCnt="0"/>
      <dgm:spPr/>
    </dgm:pt>
    <dgm:pt modelId="{02F0ADE9-9A9F-4622-B9DE-15BB34F32B47}" type="pres">
      <dgm:prSet presAssocID="{9A16D904-CCE1-4CB9-9C15-7E4B7FAC7F4F}" presName="imgShp" presStyleLbl="fgImgPlace1" presStyleIdx="4" presStyleCnt="7"/>
      <dgm:spPr>
        <a:blipFill>
          <a:blip xmlns:r="http://schemas.openxmlformats.org/officeDocument/2006/relationships" r:embed="rId5"/>
          <a:srcRect/>
          <a:stretch>
            <a:fillRect/>
          </a:stretch>
        </a:blipFill>
      </dgm:spPr>
    </dgm:pt>
    <dgm:pt modelId="{3690347A-D9B0-4FC8-86DF-909FEE40DFDF}" type="pres">
      <dgm:prSet presAssocID="{9A16D904-CCE1-4CB9-9C15-7E4B7FAC7F4F}" presName="txShp" presStyleLbl="node1" presStyleIdx="4" presStyleCnt="7">
        <dgm:presLayoutVars>
          <dgm:bulletEnabled val="1"/>
        </dgm:presLayoutVars>
      </dgm:prSet>
      <dgm:spPr/>
    </dgm:pt>
    <dgm:pt modelId="{1075DA0A-BBAF-4AEE-8B98-2F2E45B8E41E}" type="pres">
      <dgm:prSet presAssocID="{2A285323-221E-461D-A228-7891C4F68F07}" presName="spacing" presStyleCnt="0"/>
      <dgm:spPr/>
    </dgm:pt>
    <dgm:pt modelId="{3F5A0D8E-726F-4E24-A7F8-446DCECF780D}" type="pres">
      <dgm:prSet presAssocID="{2BA111CE-2481-4EF7-A1ED-798D7EC25A9F}" presName="composite" presStyleCnt="0"/>
      <dgm:spPr/>
    </dgm:pt>
    <dgm:pt modelId="{956933A0-A24F-4A30-86B5-4050A1BD2A1D}" type="pres">
      <dgm:prSet presAssocID="{2BA111CE-2481-4EF7-A1ED-798D7EC25A9F}" presName="imgShp" presStyleLbl="fgImgPlace1" presStyleIdx="5" presStyleCnt="7"/>
      <dgm:spPr>
        <a:blipFill rotWithShape="1">
          <a:blip xmlns:r="http://schemas.openxmlformats.org/officeDocument/2006/relationships" r:embed="rId6"/>
          <a:srcRect/>
          <a:stretch>
            <a:fillRect/>
          </a:stretch>
        </a:blipFill>
      </dgm:spPr>
    </dgm:pt>
    <dgm:pt modelId="{367703FC-6010-44C0-B7C8-C996D58859CD}" type="pres">
      <dgm:prSet presAssocID="{2BA111CE-2481-4EF7-A1ED-798D7EC25A9F}" presName="txShp" presStyleLbl="node1" presStyleIdx="5" presStyleCnt="7">
        <dgm:presLayoutVars>
          <dgm:bulletEnabled val="1"/>
        </dgm:presLayoutVars>
      </dgm:prSet>
      <dgm:spPr/>
    </dgm:pt>
    <dgm:pt modelId="{CAE2DE2B-7531-493D-A7C1-97EDC1DEB53A}" type="pres">
      <dgm:prSet presAssocID="{2259C50D-899C-4CF0-A566-ACB4E91C1448}" presName="spacing" presStyleCnt="0"/>
      <dgm:spPr/>
    </dgm:pt>
    <dgm:pt modelId="{0F0E7CDE-AE6D-4C34-AAF0-73513B254FBF}" type="pres">
      <dgm:prSet presAssocID="{7E3BBBC0-9346-4E61-B3EE-0E2BF0FD3536}" presName="composite" presStyleCnt="0"/>
      <dgm:spPr/>
    </dgm:pt>
    <dgm:pt modelId="{858EF051-23C2-4D44-BD42-2C422F697264}" type="pres">
      <dgm:prSet presAssocID="{7E3BBBC0-9346-4E61-B3EE-0E2BF0FD3536}" presName="imgShp" presStyleLbl="fgImgPlace1" presStyleIdx="6" presStyleCnt="7"/>
      <dgm:spPr>
        <a:blipFill rotWithShape="1">
          <a:blip xmlns:r="http://schemas.openxmlformats.org/officeDocument/2006/relationships" r:embed="rId7"/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hianda con riempimento a tinta unita"/>
        </a:ext>
      </dgm:extLst>
    </dgm:pt>
    <dgm:pt modelId="{8DA28C28-BEFE-410D-BBB9-C13FE77A4F2D}" type="pres">
      <dgm:prSet presAssocID="{7E3BBBC0-9346-4E61-B3EE-0E2BF0FD3536}" presName="txShp" presStyleLbl="node1" presStyleIdx="6" presStyleCnt="7">
        <dgm:presLayoutVars>
          <dgm:bulletEnabled val="1"/>
        </dgm:presLayoutVars>
      </dgm:prSet>
      <dgm:spPr/>
    </dgm:pt>
  </dgm:ptLst>
  <dgm:cxnLst>
    <dgm:cxn modelId="{C2AD8B0E-8D16-0240-BE0E-80EE726AFB52}" type="presOf" srcId="{9A16D904-CCE1-4CB9-9C15-7E4B7FAC7F4F}" destId="{3690347A-D9B0-4FC8-86DF-909FEE40DFDF}" srcOrd="0" destOrd="0" presId="urn:microsoft.com/office/officeart/2005/8/layout/vList3"/>
    <dgm:cxn modelId="{3CA8FE0F-F2A0-4476-AD48-F043751BF249}" srcId="{72F97ED3-AC2C-4035-ACA9-7BA819DB4196}" destId="{2B8C5BB1-FEDF-42F4-8348-668C02CE3E7B}" srcOrd="0" destOrd="0" parTransId="{767CC231-B8F9-4600-8C6C-6F43E4C09942}" sibTransId="{5A623DBD-2B0B-4536-A0D9-54E492A098BC}"/>
    <dgm:cxn modelId="{AD703E1C-C14B-4B8A-9F0D-4F40CC9B710B}" type="presOf" srcId="{7E3BBBC0-9346-4E61-B3EE-0E2BF0FD3536}" destId="{8DA28C28-BEFE-410D-BBB9-C13FE77A4F2D}" srcOrd="0" destOrd="0" presId="urn:microsoft.com/office/officeart/2005/8/layout/vList3"/>
    <dgm:cxn modelId="{29D22522-3EB4-4EF6-87B6-AD8DF388343E}" srcId="{72F97ED3-AC2C-4035-ACA9-7BA819DB4196}" destId="{F9DE40C8-23E6-4913-A781-E80C55D03347}" srcOrd="1" destOrd="0" parTransId="{9ACC628E-E2CE-4435-BF64-92EF10EBF340}" sibTransId="{714AFEB3-32B6-471B-8B1C-3CF7DC5F689B}"/>
    <dgm:cxn modelId="{77AAF92F-5CD5-4A3E-8260-FCFD15B2CA18}" type="presOf" srcId="{72F97ED3-AC2C-4035-ACA9-7BA819DB4196}" destId="{3DB8DCF8-5A67-4743-9A74-380E356E836B}" srcOrd="0" destOrd="0" presId="urn:microsoft.com/office/officeart/2005/8/layout/vList3"/>
    <dgm:cxn modelId="{C414E962-DFCD-4844-AFD3-614472C7A2D7}" type="presOf" srcId="{F9DE40C8-23E6-4913-A781-E80C55D03347}" destId="{F351C66D-4C4F-46B9-85B8-27AF7BA8752F}" srcOrd="0" destOrd="0" presId="urn:microsoft.com/office/officeart/2005/8/layout/vList3"/>
    <dgm:cxn modelId="{43E33967-FA53-3742-B93D-0A332D16F429}" type="presOf" srcId="{2B8C5BB1-FEDF-42F4-8348-668C02CE3E7B}" destId="{21A55052-1A8A-4D8C-B373-DE826663B5E1}" srcOrd="0" destOrd="0" presId="urn:microsoft.com/office/officeart/2005/8/layout/vList3"/>
    <dgm:cxn modelId="{A4CF2975-2D03-4D5C-A470-A5B458F7D272}" type="presOf" srcId="{2BA111CE-2481-4EF7-A1ED-798D7EC25A9F}" destId="{367703FC-6010-44C0-B7C8-C996D58859CD}" srcOrd="0" destOrd="0" presId="urn:microsoft.com/office/officeart/2005/8/layout/vList3"/>
    <dgm:cxn modelId="{5807C1D1-C1C4-4221-88D6-DD4038BC6B2D}" srcId="{72F97ED3-AC2C-4035-ACA9-7BA819DB4196}" destId="{9A16D904-CCE1-4CB9-9C15-7E4B7FAC7F4F}" srcOrd="4" destOrd="0" parTransId="{539CA01D-4546-41D7-A8BC-D52ED854464A}" sibTransId="{2A285323-221E-461D-A228-7891C4F68F07}"/>
    <dgm:cxn modelId="{07C15FD7-5F7C-4300-B1C8-08BF3BD7E2CF}" srcId="{72F97ED3-AC2C-4035-ACA9-7BA819DB4196}" destId="{2BA111CE-2481-4EF7-A1ED-798D7EC25A9F}" srcOrd="5" destOrd="0" parTransId="{E8AFD8A2-E0CA-4E49-A3F1-335707E52055}" sibTransId="{2259C50D-899C-4CF0-A566-ACB4E91C1448}"/>
    <dgm:cxn modelId="{F3283FDA-1EB7-B64F-A3A2-D9857B7CEE9E}" type="presOf" srcId="{FB1C8203-6E71-4C16-8053-0835A55F37FB}" destId="{BEA644FB-38B6-4437-9A05-0C368CF9D74C}" srcOrd="0" destOrd="0" presId="urn:microsoft.com/office/officeart/2005/8/layout/vList3"/>
    <dgm:cxn modelId="{42A1A4EC-CF1A-4DF2-A414-25E31A4B0A39}" srcId="{72F97ED3-AC2C-4035-ACA9-7BA819DB4196}" destId="{FB1C8203-6E71-4C16-8053-0835A55F37FB}" srcOrd="3" destOrd="0" parTransId="{7749B20D-0EC5-4405-90BB-AFF6B5B017CB}" sibTransId="{4434E82A-FD3D-45AA-B26C-4BEA7860F05E}"/>
    <dgm:cxn modelId="{7ADC3BEF-C0D3-44E9-B131-BFAB98117BCF}" srcId="{72F97ED3-AC2C-4035-ACA9-7BA819DB4196}" destId="{4DA13D9D-1CE9-4F97-A6D9-BF30B29F4A98}" srcOrd="2" destOrd="0" parTransId="{EC52F73B-E7BC-486D-B12E-365E482A2C8E}" sibTransId="{A73BB578-120A-4CE3-A35D-19ABCCFAAF7E}"/>
    <dgm:cxn modelId="{4E5D20F2-5F43-4E28-B9F9-EF276D5975CD}" srcId="{72F97ED3-AC2C-4035-ACA9-7BA819DB4196}" destId="{7E3BBBC0-9346-4E61-B3EE-0E2BF0FD3536}" srcOrd="6" destOrd="0" parTransId="{C75AAA8A-CB30-4E4D-A74D-7D5C50BDCE08}" sibTransId="{AE2CCBAB-41DE-4A7E-9170-433D57E26CC5}"/>
    <dgm:cxn modelId="{F24FCAF9-4BE4-4349-A318-DA8D717BD57B}" type="presOf" srcId="{4DA13D9D-1CE9-4F97-A6D9-BF30B29F4A98}" destId="{58C83388-1D55-4169-9EA3-FE0A1F7DC2D5}" srcOrd="0" destOrd="0" presId="urn:microsoft.com/office/officeart/2005/8/layout/vList3"/>
    <dgm:cxn modelId="{4318800A-CB05-E244-A14C-034EAAE4EFD6}" type="presParOf" srcId="{3DB8DCF8-5A67-4743-9A74-380E356E836B}" destId="{926C56F2-2E51-4E48-8DBA-CFD0CBD63D9B}" srcOrd="0" destOrd="0" presId="urn:microsoft.com/office/officeart/2005/8/layout/vList3"/>
    <dgm:cxn modelId="{A01B1502-DC69-A345-829E-B9550D617FB0}" type="presParOf" srcId="{926C56F2-2E51-4E48-8DBA-CFD0CBD63D9B}" destId="{612A577A-2954-48A5-BEED-1C338F99FE15}" srcOrd="0" destOrd="0" presId="urn:microsoft.com/office/officeart/2005/8/layout/vList3"/>
    <dgm:cxn modelId="{6D601989-2D3F-DF43-9088-68BEE2FD958C}" type="presParOf" srcId="{926C56F2-2E51-4E48-8DBA-CFD0CBD63D9B}" destId="{21A55052-1A8A-4D8C-B373-DE826663B5E1}" srcOrd="1" destOrd="0" presId="urn:microsoft.com/office/officeart/2005/8/layout/vList3"/>
    <dgm:cxn modelId="{654AF491-C42A-434B-A336-D92C12318C45}" type="presParOf" srcId="{3DB8DCF8-5A67-4743-9A74-380E356E836B}" destId="{B77FA280-DC18-4E2B-BDC1-27A061183BC0}" srcOrd="1" destOrd="0" presId="urn:microsoft.com/office/officeart/2005/8/layout/vList3"/>
    <dgm:cxn modelId="{178E1B40-013A-4748-A83C-0D5749E0A9B5}" type="presParOf" srcId="{3DB8DCF8-5A67-4743-9A74-380E356E836B}" destId="{EF594BEE-5F26-4C2F-B800-23B251D0CFC3}" srcOrd="2" destOrd="0" presId="urn:microsoft.com/office/officeart/2005/8/layout/vList3"/>
    <dgm:cxn modelId="{7FEBF04A-F66D-4746-9CBA-DA12AABECD5F}" type="presParOf" srcId="{EF594BEE-5F26-4C2F-B800-23B251D0CFC3}" destId="{B66A9351-0BE0-42BA-8166-7667A0E6E517}" srcOrd="0" destOrd="0" presId="urn:microsoft.com/office/officeart/2005/8/layout/vList3"/>
    <dgm:cxn modelId="{D0574A80-3DDB-5C45-B3C3-A62D1E45553E}" type="presParOf" srcId="{EF594BEE-5F26-4C2F-B800-23B251D0CFC3}" destId="{F351C66D-4C4F-46B9-85B8-27AF7BA8752F}" srcOrd="1" destOrd="0" presId="urn:microsoft.com/office/officeart/2005/8/layout/vList3"/>
    <dgm:cxn modelId="{4F6607E0-D889-2741-860A-9E5D8E97ECAE}" type="presParOf" srcId="{3DB8DCF8-5A67-4743-9A74-380E356E836B}" destId="{CDD145F1-5AB1-5F4E-8C0F-942D3BC2B8AD}" srcOrd="3" destOrd="0" presId="urn:microsoft.com/office/officeart/2005/8/layout/vList3"/>
    <dgm:cxn modelId="{3BBD688B-FC91-5649-BF37-4B256F77FAA0}" type="presParOf" srcId="{3DB8DCF8-5A67-4743-9A74-380E356E836B}" destId="{1AC211D7-EB5A-4E97-84C0-384E72B528FA}" srcOrd="4" destOrd="0" presId="urn:microsoft.com/office/officeart/2005/8/layout/vList3"/>
    <dgm:cxn modelId="{12E03DCC-8F06-5543-A608-E1FD1EE98E06}" type="presParOf" srcId="{1AC211D7-EB5A-4E97-84C0-384E72B528FA}" destId="{06F9A33D-7AF9-409B-AD95-171FDE74B427}" srcOrd="0" destOrd="0" presId="urn:microsoft.com/office/officeart/2005/8/layout/vList3"/>
    <dgm:cxn modelId="{D9E5D978-8F66-2447-81C9-A587967ED933}" type="presParOf" srcId="{1AC211D7-EB5A-4E97-84C0-384E72B528FA}" destId="{58C83388-1D55-4169-9EA3-FE0A1F7DC2D5}" srcOrd="1" destOrd="0" presId="urn:microsoft.com/office/officeart/2005/8/layout/vList3"/>
    <dgm:cxn modelId="{DA47D00A-3D29-3E4A-A9A5-C652FF97DA3F}" type="presParOf" srcId="{3DB8DCF8-5A67-4743-9A74-380E356E836B}" destId="{489ECBA0-C74C-4B53-ABB1-C5FCE2D666C4}" srcOrd="5" destOrd="0" presId="urn:microsoft.com/office/officeart/2005/8/layout/vList3"/>
    <dgm:cxn modelId="{F93424DC-4A96-B042-99CB-1AA6F7624E5A}" type="presParOf" srcId="{3DB8DCF8-5A67-4743-9A74-380E356E836B}" destId="{5C6DF298-20BB-4B34-923C-0811FC9778AF}" srcOrd="6" destOrd="0" presId="urn:microsoft.com/office/officeart/2005/8/layout/vList3"/>
    <dgm:cxn modelId="{8ED89284-7D22-BB46-B8C9-AC89FFF838C9}" type="presParOf" srcId="{5C6DF298-20BB-4B34-923C-0811FC9778AF}" destId="{DD13A69B-E5BF-4887-A338-FE48D50BC866}" srcOrd="0" destOrd="0" presId="urn:microsoft.com/office/officeart/2005/8/layout/vList3"/>
    <dgm:cxn modelId="{CD41B8A8-A04C-174F-9A90-18B3D4157774}" type="presParOf" srcId="{5C6DF298-20BB-4B34-923C-0811FC9778AF}" destId="{BEA644FB-38B6-4437-9A05-0C368CF9D74C}" srcOrd="1" destOrd="0" presId="urn:microsoft.com/office/officeart/2005/8/layout/vList3"/>
    <dgm:cxn modelId="{E9C86896-59C4-AE4D-AD50-5A2995F77B98}" type="presParOf" srcId="{3DB8DCF8-5A67-4743-9A74-380E356E836B}" destId="{6470FA9F-919E-4ED9-BB1E-24AFA3963742}" srcOrd="7" destOrd="0" presId="urn:microsoft.com/office/officeart/2005/8/layout/vList3"/>
    <dgm:cxn modelId="{94A74F6A-DBE1-694A-B3D2-8C85FF5F0A1D}" type="presParOf" srcId="{3DB8DCF8-5A67-4743-9A74-380E356E836B}" destId="{67633A20-CB46-4C0F-AFAC-3C4717F54761}" srcOrd="8" destOrd="0" presId="urn:microsoft.com/office/officeart/2005/8/layout/vList3"/>
    <dgm:cxn modelId="{D5786A5D-F459-8F4C-8DC7-40B2A1643A61}" type="presParOf" srcId="{67633A20-CB46-4C0F-AFAC-3C4717F54761}" destId="{02F0ADE9-9A9F-4622-B9DE-15BB34F32B47}" srcOrd="0" destOrd="0" presId="urn:microsoft.com/office/officeart/2005/8/layout/vList3"/>
    <dgm:cxn modelId="{49F7E43B-C79E-1A43-AB2E-FA4686FB00A9}" type="presParOf" srcId="{67633A20-CB46-4C0F-AFAC-3C4717F54761}" destId="{3690347A-D9B0-4FC8-86DF-909FEE40DFDF}" srcOrd="1" destOrd="0" presId="urn:microsoft.com/office/officeart/2005/8/layout/vList3"/>
    <dgm:cxn modelId="{01CD1D1D-1526-4137-A391-BD76E0427B86}" type="presParOf" srcId="{3DB8DCF8-5A67-4743-9A74-380E356E836B}" destId="{1075DA0A-BBAF-4AEE-8B98-2F2E45B8E41E}" srcOrd="9" destOrd="0" presId="urn:microsoft.com/office/officeart/2005/8/layout/vList3"/>
    <dgm:cxn modelId="{E168E608-F002-41BD-BAC6-F35C7D33E978}" type="presParOf" srcId="{3DB8DCF8-5A67-4743-9A74-380E356E836B}" destId="{3F5A0D8E-726F-4E24-A7F8-446DCECF780D}" srcOrd="10" destOrd="0" presId="urn:microsoft.com/office/officeart/2005/8/layout/vList3"/>
    <dgm:cxn modelId="{1C230310-CD39-4668-9F4A-F1BDC72B24BD}" type="presParOf" srcId="{3F5A0D8E-726F-4E24-A7F8-446DCECF780D}" destId="{956933A0-A24F-4A30-86B5-4050A1BD2A1D}" srcOrd="0" destOrd="0" presId="urn:microsoft.com/office/officeart/2005/8/layout/vList3"/>
    <dgm:cxn modelId="{ADB242AA-9656-4B08-B8E6-D5B780DF4C9A}" type="presParOf" srcId="{3F5A0D8E-726F-4E24-A7F8-446DCECF780D}" destId="{367703FC-6010-44C0-B7C8-C996D58859CD}" srcOrd="1" destOrd="0" presId="urn:microsoft.com/office/officeart/2005/8/layout/vList3"/>
    <dgm:cxn modelId="{8EADD8A3-C64C-4E7E-B02B-7407B07D4D62}" type="presParOf" srcId="{3DB8DCF8-5A67-4743-9A74-380E356E836B}" destId="{CAE2DE2B-7531-493D-A7C1-97EDC1DEB53A}" srcOrd="11" destOrd="0" presId="urn:microsoft.com/office/officeart/2005/8/layout/vList3"/>
    <dgm:cxn modelId="{AAABFFCE-AB21-4B7E-975D-7BF95126C01E}" type="presParOf" srcId="{3DB8DCF8-5A67-4743-9A74-380E356E836B}" destId="{0F0E7CDE-AE6D-4C34-AAF0-73513B254FBF}" srcOrd="12" destOrd="0" presId="urn:microsoft.com/office/officeart/2005/8/layout/vList3"/>
    <dgm:cxn modelId="{9E34B421-FA10-4186-8021-DDC0022C53FD}" type="presParOf" srcId="{0F0E7CDE-AE6D-4C34-AAF0-73513B254FBF}" destId="{858EF051-23C2-4D44-BD42-2C422F697264}" srcOrd="0" destOrd="0" presId="urn:microsoft.com/office/officeart/2005/8/layout/vList3"/>
    <dgm:cxn modelId="{9360385A-DFAC-4C77-96F6-5196659542EF}" type="presParOf" srcId="{0F0E7CDE-AE6D-4C34-AAF0-73513B254FBF}" destId="{8DA28C28-BEFE-410D-BBB9-C13FE77A4F2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67DAC1-2548-463C-A2E1-7BBF058B52A3}" type="doc">
      <dgm:prSet loTypeId="urn:microsoft.com/office/officeart/2024/layout/BulletTimeline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7B9AED-1CE7-45CF-B5CD-E2E52EA2B6D3}">
      <dgm:prSet phldrT="Add an event" phldr="0"/>
      <dgm:spPr/>
      <dgm:t>
        <a:bodyPr/>
        <a:lstStyle/>
        <a:p>
          <a:pPr>
            <a:defRPr b="1"/>
          </a:pPr>
          <a:r>
            <a:rPr lang="en-US" dirty="0"/>
            <a:t>May ‘26</a:t>
          </a:r>
        </a:p>
      </dgm:t>
    </dgm:pt>
    <dgm:pt modelId="{E809F2F0-CAFE-4290-86AD-13C798D26D8D}" type="parTrans" cxnId="{D68DE523-3B08-4A35-AD27-C4B5D7FBA361}">
      <dgm:prSet/>
      <dgm:spPr/>
      <dgm:t>
        <a:bodyPr/>
        <a:lstStyle/>
        <a:p>
          <a:endParaRPr lang="en-US"/>
        </a:p>
      </dgm:t>
    </dgm:pt>
    <dgm:pt modelId="{A8C548EF-BAAD-4CDE-85AE-4A5314F90A8B}" type="sibTrans" cxnId="{D68DE523-3B08-4A35-AD27-C4B5D7FBA361}">
      <dgm:prSet/>
      <dgm:spPr/>
      <dgm:t>
        <a:bodyPr/>
        <a:lstStyle/>
        <a:p>
          <a:endParaRPr lang="en-US"/>
        </a:p>
      </dgm:t>
    </dgm:pt>
    <dgm:pt modelId="{72A1BBB6-AC33-4F88-BC8F-CFFF0FA856CE}">
      <dgm:prSet phldrT="Write a description of the significance of this event" phldr="0"/>
      <dgm:spPr/>
      <dgm:t>
        <a:bodyPr/>
        <a:lstStyle/>
        <a:p>
          <a:r>
            <a:rPr lang="en-US" dirty="0"/>
            <a:t>HL7 EU </a:t>
          </a:r>
          <a:r>
            <a:rPr lang="en-US" b="1" dirty="0"/>
            <a:t>MPD</a:t>
          </a:r>
          <a:r>
            <a:rPr lang="en-US" dirty="0"/>
            <a:t> Publication</a:t>
          </a:r>
        </a:p>
      </dgm:t>
    </dgm:pt>
    <dgm:pt modelId="{A3BEE8EE-8ED9-46DC-9FF4-C6765F32D5C9}" type="parTrans" cxnId="{3013C158-9924-4BD2-B06E-9C8E78421DA2}">
      <dgm:prSet/>
      <dgm:spPr/>
      <dgm:t>
        <a:bodyPr/>
        <a:lstStyle/>
        <a:p>
          <a:endParaRPr lang="en-US"/>
        </a:p>
      </dgm:t>
    </dgm:pt>
    <dgm:pt modelId="{14EEABE3-BA08-466F-988B-86D4D25AAF06}" type="sibTrans" cxnId="{3013C158-9924-4BD2-B06E-9C8E78421DA2}">
      <dgm:prSet/>
      <dgm:spPr/>
      <dgm:t>
        <a:bodyPr/>
        <a:lstStyle/>
        <a:p>
          <a:endParaRPr lang="en-US"/>
        </a:p>
      </dgm:t>
    </dgm:pt>
    <dgm:pt modelId="{E89DD28A-2198-474D-B239-1667CC6AF79E}">
      <dgm:prSet phldrT="Write a description of the significance of this event" phldr="0"/>
      <dgm:spPr/>
      <dgm:t>
        <a:bodyPr/>
        <a:lstStyle/>
        <a:p>
          <a:r>
            <a:rPr lang="en-US" dirty="0"/>
            <a:t>HL7 EU </a:t>
          </a:r>
          <a:r>
            <a:rPr lang="en-US" b="1" dirty="0"/>
            <a:t>EPS</a:t>
          </a:r>
          <a:r>
            <a:rPr lang="en-US" dirty="0"/>
            <a:t> Ballot</a:t>
          </a:r>
        </a:p>
      </dgm:t>
    </dgm:pt>
    <dgm:pt modelId="{6AFC939A-C03B-49C6-9205-3C702DCAACCA}" type="parTrans" cxnId="{24D5A888-198B-4D04-BB81-E16B6D557657}">
      <dgm:prSet/>
      <dgm:spPr/>
      <dgm:t>
        <a:bodyPr/>
        <a:lstStyle/>
        <a:p>
          <a:endParaRPr lang="en-US"/>
        </a:p>
      </dgm:t>
    </dgm:pt>
    <dgm:pt modelId="{6E8D0CB1-0A7B-4219-B648-2858FB31E22A}" type="sibTrans" cxnId="{24D5A888-198B-4D04-BB81-E16B6D557657}">
      <dgm:prSet/>
      <dgm:spPr/>
      <dgm:t>
        <a:bodyPr/>
        <a:lstStyle/>
        <a:p>
          <a:endParaRPr lang="en-US"/>
        </a:p>
      </dgm:t>
    </dgm:pt>
    <dgm:pt modelId="{1FD67FA5-9AE3-4098-ACFC-8BAF3639CCF4}">
      <dgm:prSet phldrT="Add an event" phldr="0"/>
      <dgm:spPr/>
      <dgm:t>
        <a:bodyPr/>
        <a:lstStyle/>
        <a:p>
          <a:pPr>
            <a:defRPr b="1"/>
          </a:pPr>
          <a:r>
            <a:rPr lang="en-US" dirty="0"/>
            <a:t>July ’26</a:t>
          </a:r>
        </a:p>
      </dgm:t>
    </dgm:pt>
    <dgm:pt modelId="{409735FA-A6F2-4316-8C6A-C01C88812DC9}" type="parTrans" cxnId="{42870857-03A1-40EA-9308-51A163EAAA96}">
      <dgm:prSet/>
      <dgm:spPr/>
      <dgm:t>
        <a:bodyPr/>
        <a:lstStyle/>
        <a:p>
          <a:endParaRPr lang="en-US"/>
        </a:p>
      </dgm:t>
    </dgm:pt>
    <dgm:pt modelId="{54EF90B9-37DF-4459-B2A3-7B7CCF006217}" type="sibTrans" cxnId="{42870857-03A1-40EA-9308-51A163EAAA96}">
      <dgm:prSet/>
      <dgm:spPr/>
      <dgm:t>
        <a:bodyPr/>
        <a:lstStyle/>
        <a:p>
          <a:endParaRPr lang="en-US"/>
        </a:p>
      </dgm:t>
    </dgm:pt>
    <dgm:pt modelId="{D694E96F-B3C0-4E0F-BBEE-FC3E1D73CEB6}">
      <dgm:prSet phldrT="Add an event" phldr="0"/>
      <dgm:spPr/>
      <dgm:t>
        <a:bodyPr/>
        <a:lstStyle/>
        <a:p>
          <a:pPr>
            <a:defRPr b="1"/>
          </a:pPr>
          <a:r>
            <a:rPr lang="en-US" dirty="0"/>
            <a:t>Sept. ’26</a:t>
          </a:r>
        </a:p>
      </dgm:t>
    </dgm:pt>
    <dgm:pt modelId="{0E3DEA41-E8A5-4CD6-9EC1-68DFF32565AC}" type="parTrans" cxnId="{990A8331-CABB-4B96-A980-7BD02593E885}">
      <dgm:prSet/>
      <dgm:spPr/>
      <dgm:t>
        <a:bodyPr/>
        <a:lstStyle/>
        <a:p>
          <a:endParaRPr lang="en-US"/>
        </a:p>
      </dgm:t>
    </dgm:pt>
    <dgm:pt modelId="{766FF833-EB95-49D0-BE77-F3A04515AA4F}" type="sibTrans" cxnId="{990A8331-CABB-4B96-A980-7BD02593E885}">
      <dgm:prSet/>
      <dgm:spPr/>
      <dgm:t>
        <a:bodyPr/>
        <a:lstStyle/>
        <a:p>
          <a:endParaRPr lang="en-US"/>
        </a:p>
      </dgm:t>
    </dgm:pt>
    <dgm:pt modelId="{1D10C092-0A70-479D-A022-85988F0F248A}">
      <dgm:prSet phldrT="Write a description of the significance of this event" phldr="0"/>
      <dgm:spPr/>
      <dgm:t>
        <a:bodyPr/>
        <a:lstStyle/>
        <a:p>
          <a:r>
            <a:rPr lang="en-US" dirty="0"/>
            <a:t>HL7 Europe </a:t>
          </a:r>
          <a:r>
            <a:rPr lang="en-US" b="1" dirty="0"/>
            <a:t>HDR</a:t>
          </a:r>
          <a:r>
            <a:rPr lang="en-US" dirty="0"/>
            <a:t> Published</a:t>
          </a:r>
        </a:p>
      </dgm:t>
    </dgm:pt>
    <dgm:pt modelId="{5948FCCF-4477-4C79-AD59-3F3964B209A3}" type="parTrans" cxnId="{91FAA2CC-3FB4-4CB1-A470-7051BD3E6466}">
      <dgm:prSet/>
      <dgm:spPr/>
      <dgm:t>
        <a:bodyPr/>
        <a:lstStyle/>
        <a:p>
          <a:endParaRPr lang="en-US"/>
        </a:p>
      </dgm:t>
    </dgm:pt>
    <dgm:pt modelId="{0AEE13B0-8BF6-417A-A689-F10E5C9DEC81}" type="sibTrans" cxnId="{91FAA2CC-3FB4-4CB1-A470-7051BD3E6466}">
      <dgm:prSet/>
      <dgm:spPr/>
      <dgm:t>
        <a:bodyPr/>
        <a:lstStyle/>
        <a:p>
          <a:endParaRPr lang="en-US"/>
        </a:p>
      </dgm:t>
    </dgm:pt>
    <dgm:pt modelId="{948717D9-9793-4DE1-8C1F-F44C71AF9C66}">
      <dgm:prSet phldrT="Add an event" phldr="0"/>
      <dgm:spPr/>
      <dgm:t>
        <a:bodyPr/>
        <a:lstStyle/>
        <a:p>
          <a:pPr>
            <a:defRPr b="1"/>
          </a:pPr>
          <a:r>
            <a:rPr lang="en-US" dirty="0">
              <a:solidFill>
                <a:schemeClr val="bg1">
                  <a:lumMod val="75000"/>
                </a:schemeClr>
              </a:solidFill>
            </a:rPr>
            <a:t>Oct. ’26</a:t>
          </a:r>
        </a:p>
      </dgm:t>
    </dgm:pt>
    <dgm:pt modelId="{5C763B78-5D7E-45BD-AF83-9EAFBF736885}" type="parTrans" cxnId="{6B60E862-53CC-4902-AA20-A47A2A09E121}">
      <dgm:prSet/>
      <dgm:spPr/>
      <dgm:t>
        <a:bodyPr/>
        <a:lstStyle/>
        <a:p>
          <a:endParaRPr lang="en-US"/>
        </a:p>
      </dgm:t>
    </dgm:pt>
    <dgm:pt modelId="{DB2BED53-E07E-4616-9FFB-977D748ECE30}" type="sibTrans" cxnId="{6B60E862-53CC-4902-AA20-A47A2A09E121}">
      <dgm:prSet/>
      <dgm:spPr/>
      <dgm:t>
        <a:bodyPr/>
        <a:lstStyle/>
        <a:p>
          <a:endParaRPr lang="en-US"/>
        </a:p>
      </dgm:t>
    </dgm:pt>
    <dgm:pt modelId="{B72E4782-65E9-49CC-82B6-276A098D8625}">
      <dgm:prSet phldrT="Write a description of the significance of this event" phldr="0"/>
      <dgm:spPr/>
      <dgm:t>
        <a:bodyPr/>
        <a:lstStyle/>
        <a:p>
          <a:r>
            <a:rPr lang="en-US" i="1" dirty="0" err="1"/>
            <a:t>Impl</a:t>
          </a:r>
          <a:r>
            <a:rPr lang="en-US" i="1" dirty="0"/>
            <a:t>. Act art 15 aligned FHIR IG ballot (as needed, depending on EC delivery)</a:t>
          </a:r>
        </a:p>
      </dgm:t>
    </dgm:pt>
    <dgm:pt modelId="{A2A5AEF6-20F1-447A-BEDA-19EBA44C7B9A}" type="parTrans" cxnId="{AA145A37-860C-4DFA-A8CD-1927444C6DCA}">
      <dgm:prSet/>
      <dgm:spPr/>
      <dgm:t>
        <a:bodyPr/>
        <a:lstStyle/>
        <a:p>
          <a:endParaRPr lang="en-US"/>
        </a:p>
      </dgm:t>
    </dgm:pt>
    <dgm:pt modelId="{49D685BA-DE28-4D3B-81E2-896D19A70529}" type="sibTrans" cxnId="{AA145A37-860C-4DFA-A8CD-1927444C6DCA}">
      <dgm:prSet/>
      <dgm:spPr/>
      <dgm:t>
        <a:bodyPr/>
        <a:lstStyle/>
        <a:p>
          <a:endParaRPr lang="en-US"/>
        </a:p>
      </dgm:t>
    </dgm:pt>
    <dgm:pt modelId="{711D30BA-AC4A-46AD-8D9D-B32F57452933}">
      <dgm:prSet phldrT="Add an event" phldr="0"/>
      <dgm:spPr/>
      <dgm:t>
        <a:bodyPr/>
        <a:lstStyle/>
        <a:p>
          <a:r>
            <a:rPr lang="en-US" dirty="0"/>
            <a:t>HL7 EU </a:t>
          </a:r>
          <a:r>
            <a:rPr lang="en-US" b="1" dirty="0"/>
            <a:t>EPS</a:t>
          </a:r>
          <a:r>
            <a:rPr lang="en-US" dirty="0"/>
            <a:t> Published</a:t>
          </a:r>
        </a:p>
      </dgm:t>
    </dgm:pt>
    <dgm:pt modelId="{7EA433D1-3D88-4BCD-9ED6-A56B8792CB5A}" type="parTrans" cxnId="{09A6332C-9AB5-48DF-898F-3128C9A9AE8D}">
      <dgm:prSet/>
      <dgm:spPr/>
      <dgm:t>
        <a:bodyPr/>
        <a:lstStyle/>
        <a:p>
          <a:endParaRPr lang="en-US"/>
        </a:p>
      </dgm:t>
    </dgm:pt>
    <dgm:pt modelId="{225B4971-736B-483C-8A57-DF5EFFAAFF8C}" type="sibTrans" cxnId="{09A6332C-9AB5-48DF-898F-3128C9A9AE8D}">
      <dgm:prSet/>
      <dgm:spPr/>
      <dgm:t>
        <a:bodyPr/>
        <a:lstStyle/>
        <a:p>
          <a:endParaRPr lang="en-US"/>
        </a:p>
      </dgm:t>
    </dgm:pt>
    <dgm:pt modelId="{262504BF-3F04-48B0-BB73-BDE141830B3E}">
      <dgm:prSet/>
      <dgm:spPr/>
      <dgm:t>
        <a:bodyPr/>
        <a:lstStyle/>
        <a:p>
          <a:pPr>
            <a:defRPr b="1"/>
          </a:pPr>
          <a:r>
            <a:rPr lang="en-US" dirty="0">
              <a:solidFill>
                <a:schemeClr val="bg1">
                  <a:lumMod val="75000"/>
                </a:schemeClr>
              </a:solidFill>
            </a:rPr>
            <a:t>Dec ’26</a:t>
          </a:r>
        </a:p>
      </dgm:t>
    </dgm:pt>
    <dgm:pt modelId="{69CF5446-1B87-4121-A40A-F3D324DEA824}" type="parTrans" cxnId="{327D934C-B284-4A3C-8917-B9F2001ADFB9}">
      <dgm:prSet/>
      <dgm:spPr/>
      <dgm:t>
        <a:bodyPr/>
        <a:lstStyle/>
        <a:p>
          <a:endParaRPr lang="en-US"/>
        </a:p>
      </dgm:t>
    </dgm:pt>
    <dgm:pt modelId="{6DAEB6A6-325D-4C54-9BB4-F0D594352B7D}" type="sibTrans" cxnId="{327D934C-B284-4A3C-8917-B9F2001ADFB9}">
      <dgm:prSet/>
      <dgm:spPr/>
      <dgm:t>
        <a:bodyPr/>
        <a:lstStyle/>
        <a:p>
          <a:endParaRPr lang="en-US"/>
        </a:p>
      </dgm:t>
    </dgm:pt>
    <dgm:pt modelId="{973DCC6E-6672-44C1-9FDE-B702B74AFC2D}">
      <dgm:prSet/>
      <dgm:spPr/>
      <dgm:t>
        <a:bodyPr/>
        <a:lstStyle/>
        <a:p>
          <a:r>
            <a:rPr lang="en-US" i="1" dirty="0"/>
            <a:t>All FHIR IG published as and if needed)</a:t>
          </a:r>
        </a:p>
      </dgm:t>
    </dgm:pt>
    <dgm:pt modelId="{3E951A22-39F6-4290-B7D1-F69DFD42BEA0}" type="parTrans" cxnId="{CBABCBA0-2176-4F58-89DF-5E06765410C4}">
      <dgm:prSet/>
      <dgm:spPr/>
      <dgm:t>
        <a:bodyPr/>
        <a:lstStyle/>
        <a:p>
          <a:endParaRPr lang="en-US"/>
        </a:p>
      </dgm:t>
    </dgm:pt>
    <dgm:pt modelId="{E2D58EC1-B4FF-4E87-BE96-26D31240A6A0}" type="sibTrans" cxnId="{CBABCBA0-2176-4F58-89DF-5E06765410C4}">
      <dgm:prSet/>
      <dgm:spPr/>
      <dgm:t>
        <a:bodyPr/>
        <a:lstStyle/>
        <a:p>
          <a:endParaRPr lang="en-US"/>
        </a:p>
      </dgm:t>
    </dgm:pt>
    <dgm:pt modelId="{C2059022-E640-43E9-A02B-B213CD136AC8}">
      <dgm:prSet/>
      <dgm:spPr/>
      <dgm:t>
        <a:bodyPr/>
        <a:lstStyle/>
        <a:p>
          <a:pPr>
            <a:defRPr b="1"/>
          </a:pPr>
          <a:r>
            <a:rPr lang="en-US" i="0" dirty="0"/>
            <a:t>March ’27</a:t>
          </a:r>
        </a:p>
      </dgm:t>
    </dgm:pt>
    <dgm:pt modelId="{236D8BE8-2B12-4D44-8A30-9EB91736ECC3}" type="parTrans" cxnId="{6D5A7A26-7E6D-4E46-9464-00DC19B8484F}">
      <dgm:prSet/>
      <dgm:spPr/>
      <dgm:t>
        <a:bodyPr/>
        <a:lstStyle/>
        <a:p>
          <a:endParaRPr lang="en-US"/>
        </a:p>
      </dgm:t>
    </dgm:pt>
    <dgm:pt modelId="{D30CB086-6156-4E70-9C4F-664731D6AA4A}" type="sibTrans" cxnId="{6D5A7A26-7E6D-4E46-9464-00DC19B8484F}">
      <dgm:prSet/>
      <dgm:spPr/>
      <dgm:t>
        <a:bodyPr/>
        <a:lstStyle/>
        <a:p>
          <a:endParaRPr lang="en-US"/>
        </a:p>
      </dgm:t>
    </dgm:pt>
    <dgm:pt modelId="{09FB60C5-CC96-4BF6-B144-B1D349AE1852}">
      <dgm:prSet/>
      <dgm:spPr/>
      <dgm:t>
        <a:bodyPr/>
        <a:lstStyle/>
        <a:p>
          <a:r>
            <a:rPr lang="en-US" i="0" dirty="0"/>
            <a:t>Implementing Act</a:t>
          </a:r>
        </a:p>
      </dgm:t>
    </dgm:pt>
    <dgm:pt modelId="{6C52BCD2-9788-41CB-9445-A72FCEDB4FF3}" type="parTrans" cxnId="{868FEF49-B1E2-4BD5-81BA-AFDD1BCF4A91}">
      <dgm:prSet/>
      <dgm:spPr/>
      <dgm:t>
        <a:bodyPr/>
        <a:lstStyle/>
        <a:p>
          <a:endParaRPr lang="en-US"/>
        </a:p>
      </dgm:t>
    </dgm:pt>
    <dgm:pt modelId="{F5F1C6CA-1E60-4868-B25B-AFE6E70DCD72}" type="sibTrans" cxnId="{868FEF49-B1E2-4BD5-81BA-AFDD1BCF4A91}">
      <dgm:prSet/>
      <dgm:spPr/>
      <dgm:t>
        <a:bodyPr/>
        <a:lstStyle/>
        <a:p>
          <a:endParaRPr lang="en-US"/>
        </a:p>
      </dgm:t>
    </dgm:pt>
    <dgm:pt modelId="{2F8A17C2-1FD8-4779-87F4-44D25C7AC5A4}">
      <dgm:prSet phldrT="Add an event" phldr="0"/>
      <dgm:spPr/>
      <dgm:t>
        <a:bodyPr/>
        <a:lstStyle/>
        <a:p>
          <a:pPr>
            <a:defRPr b="1"/>
          </a:pPr>
          <a:r>
            <a:rPr lang="en-US" dirty="0"/>
            <a:t>June ‘26</a:t>
          </a:r>
        </a:p>
      </dgm:t>
    </dgm:pt>
    <dgm:pt modelId="{56619D65-3E1C-4DB7-84B0-3E63958528D4}" type="sibTrans" cxnId="{4821F255-6A50-4FBB-B534-F7BED93B9C81}">
      <dgm:prSet/>
      <dgm:spPr/>
      <dgm:t>
        <a:bodyPr/>
        <a:lstStyle/>
        <a:p>
          <a:endParaRPr lang="en-US"/>
        </a:p>
      </dgm:t>
    </dgm:pt>
    <dgm:pt modelId="{B426B3CA-2012-4459-9907-C80CC5E30077}" type="parTrans" cxnId="{4821F255-6A50-4FBB-B534-F7BED93B9C81}">
      <dgm:prSet/>
      <dgm:spPr/>
      <dgm:t>
        <a:bodyPr/>
        <a:lstStyle/>
        <a:p>
          <a:endParaRPr lang="en-US"/>
        </a:p>
      </dgm:t>
    </dgm:pt>
    <dgm:pt modelId="{FE79BF06-2F19-410F-A073-E2DAC5E77A40}">
      <dgm:prSet phldrT="Write a description of the significance of this event" phldr="0"/>
      <dgm:spPr/>
      <dgm:t>
        <a:bodyPr/>
        <a:lstStyle/>
        <a:p>
          <a:r>
            <a:rPr lang="en-US" b="1"/>
            <a:t>Imaging Report </a:t>
          </a:r>
          <a:r>
            <a:rPr lang="en-US"/>
            <a:t>Publication</a:t>
          </a:r>
          <a:endParaRPr lang="en-US" dirty="0"/>
        </a:p>
      </dgm:t>
    </dgm:pt>
    <dgm:pt modelId="{666A01F4-C9E4-413A-A4CE-5BB4590D333D}" type="parTrans" cxnId="{326531BC-90F1-4412-AA7A-117829388019}">
      <dgm:prSet/>
      <dgm:spPr/>
      <dgm:t>
        <a:bodyPr/>
        <a:lstStyle/>
        <a:p>
          <a:endParaRPr lang="en-US"/>
        </a:p>
      </dgm:t>
    </dgm:pt>
    <dgm:pt modelId="{11E156BB-4E12-4C4A-ADBE-F1AAD7371804}" type="sibTrans" cxnId="{326531BC-90F1-4412-AA7A-117829388019}">
      <dgm:prSet/>
      <dgm:spPr/>
      <dgm:t>
        <a:bodyPr/>
        <a:lstStyle/>
        <a:p>
          <a:endParaRPr lang="en-US"/>
        </a:p>
      </dgm:t>
    </dgm:pt>
    <dgm:pt modelId="{0277257C-8D3F-45B4-ADB7-4DF534EC378D}" type="pres">
      <dgm:prSet presAssocID="{5F67DAC1-2548-463C-A2E1-7BBF058B52A3}" presName="root" presStyleCnt="0">
        <dgm:presLayoutVars>
          <dgm:dir/>
          <dgm:animLvl val="lvl"/>
        </dgm:presLayoutVars>
      </dgm:prSet>
      <dgm:spPr/>
    </dgm:pt>
    <dgm:pt modelId="{6F40D460-2339-4180-BB76-4F0BC647690F}" type="pres">
      <dgm:prSet presAssocID="{5F67DAC1-2548-463C-A2E1-7BBF058B52A3}" presName="divider" presStyleCnt="0"/>
      <dgm:spPr/>
    </dgm:pt>
    <dgm:pt modelId="{6BFCA840-FC5A-4D1E-AF04-7462C5A4BD16}" type="pres">
      <dgm:prSet presAssocID="{5F67DAC1-2548-463C-A2E1-7BBF058B52A3}" presName="rectBar" presStyleLbl="dkBgShp" presStyleIdx="0" presStyleCnt="9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840D07D-5819-4090-96B9-E4463B1A6CC4}" type="pres">
      <dgm:prSet presAssocID="{5F67DAC1-2548-463C-A2E1-7BBF058B52A3}" presName="chevronArrow" presStyleLbl="dkBgShp" presStyleIdx="1" presStyleCnt="9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E8539D31-AFB8-4D8F-986E-1249700380C2}" type="pres">
      <dgm:prSet presAssocID="{5F67DAC1-2548-463C-A2E1-7BBF058B52A3}" presName="nodes" presStyleCnt="0">
        <dgm:presLayoutVars>
          <dgm:chMax/>
          <dgm:chPref/>
          <dgm:animLvl val="lvl"/>
        </dgm:presLayoutVars>
      </dgm:prSet>
      <dgm:spPr/>
    </dgm:pt>
    <dgm:pt modelId="{6420E3FF-10FC-4BF8-9CA1-CC5977E321D1}" type="pres">
      <dgm:prSet presAssocID="{557B9AED-1CE7-45CF-B5CD-E2E52EA2B6D3}" presName="composite" presStyleCnt="0"/>
      <dgm:spPr/>
    </dgm:pt>
    <dgm:pt modelId="{0897BA77-6990-4228-935A-48B1E93CA963}" type="pres">
      <dgm:prSet presAssocID="{557B9AED-1CE7-45CF-B5CD-E2E52EA2B6D3}" presName="DropPinPlaceHolder" presStyleCnt="0"/>
      <dgm:spPr/>
    </dgm:pt>
    <dgm:pt modelId="{97D01E50-830E-4D90-BFB7-7CB286953044}" type="pres">
      <dgm:prSet presAssocID="{557B9AED-1CE7-45CF-B5CD-E2E52EA2B6D3}" presName="DropPin" presStyleLbl="alignNode1" presStyleIdx="0" presStyleCnt="7"/>
      <dgm:spPr/>
    </dgm:pt>
    <dgm:pt modelId="{29CEA0E5-E2E3-4D2E-97E3-7E22A6A22623}" type="pres">
      <dgm:prSet presAssocID="{557B9AED-1CE7-45CF-B5CD-E2E52EA2B6D3}" presName="Ellipse" presStyleLbl="fgAcc1" presStyleIdx="0" presStyleCnt="7"/>
      <dgm:spPr/>
    </dgm:pt>
    <dgm:pt modelId="{9B22E092-79EA-4ABD-B8E8-34098FB498C6}" type="pres">
      <dgm:prSet presAssocID="{557B9AED-1CE7-45CF-B5CD-E2E52EA2B6D3}" presName="L2TextContainer" presStyleLbl="revTx" presStyleIdx="0" presStyleCnt="14">
        <dgm:presLayoutVars>
          <dgm:bulletEnabled val="1"/>
        </dgm:presLayoutVars>
      </dgm:prSet>
      <dgm:spPr/>
    </dgm:pt>
    <dgm:pt modelId="{8690BA96-D9F8-4188-BF5A-DE942B35B77D}" type="pres">
      <dgm:prSet presAssocID="{557B9AED-1CE7-45CF-B5CD-E2E52EA2B6D3}" presName="L1TextContainer" presStyleLbl="revTx" presStyleIdx="1" presStyleCnt="14">
        <dgm:presLayoutVars>
          <dgm:chMax val="1"/>
          <dgm:chPref val="1"/>
          <dgm:bulletEnabled val="1"/>
        </dgm:presLayoutVars>
      </dgm:prSet>
      <dgm:spPr/>
    </dgm:pt>
    <dgm:pt modelId="{46E2150E-D9DE-417C-9DB0-6F10065E4C00}" type="pres">
      <dgm:prSet presAssocID="{557B9AED-1CE7-45CF-B5CD-E2E52EA2B6D3}" presName="ConnectLine" presStyleLbl="dkBgShp" presStyleIdx="2" presStyleCnt="9"/>
      <dgm:spPr/>
    </dgm:pt>
    <dgm:pt modelId="{1937FA73-7A70-47C5-AB91-D60461CC950F}" type="pres">
      <dgm:prSet presAssocID="{557B9AED-1CE7-45CF-B5CD-E2E52EA2B6D3}" presName="ConnectorPoint" presStyleCnt="0"/>
      <dgm:spPr/>
    </dgm:pt>
    <dgm:pt modelId="{58557017-A691-4C9D-8CFD-9811546A19D4}" type="pres">
      <dgm:prSet presAssocID="{557B9AED-1CE7-45CF-B5CD-E2E52EA2B6D3}" presName="Bullet" presStyleLbl="lnNode1" presStyleIdx="0" presStyleCnt="7"/>
      <dgm:spPr/>
    </dgm:pt>
    <dgm:pt modelId="{F7FA3A1B-959C-4EC7-8F32-3BE49BD6DD6F}" type="pres">
      <dgm:prSet presAssocID="{557B9AED-1CE7-45CF-B5CD-E2E52EA2B6D3}" presName="EmptyPlaceHolder" presStyleCnt="0"/>
      <dgm:spPr/>
    </dgm:pt>
    <dgm:pt modelId="{E7F404A5-6370-4F02-B2C1-FF36033151B6}" type="pres">
      <dgm:prSet presAssocID="{A8C548EF-BAAD-4CDE-85AE-4A5314F90A8B}" presName="spaceBetweenRectangles" presStyleCnt="0"/>
      <dgm:spPr/>
    </dgm:pt>
    <dgm:pt modelId="{C69B55E1-EB87-4AC2-9A1B-0387DE5741DD}" type="pres">
      <dgm:prSet presAssocID="{2F8A17C2-1FD8-4779-87F4-44D25C7AC5A4}" presName="composite" presStyleCnt="0"/>
      <dgm:spPr/>
    </dgm:pt>
    <dgm:pt modelId="{69A02706-3076-4B08-858D-86EB45F5D2D0}" type="pres">
      <dgm:prSet presAssocID="{2F8A17C2-1FD8-4779-87F4-44D25C7AC5A4}" presName="DropPinPlaceHolder" presStyleCnt="0"/>
      <dgm:spPr/>
    </dgm:pt>
    <dgm:pt modelId="{E4A14102-4652-4A3C-9D86-834BFD9497CF}" type="pres">
      <dgm:prSet presAssocID="{2F8A17C2-1FD8-4779-87F4-44D25C7AC5A4}" presName="DropPin" presStyleLbl="alignNode1" presStyleIdx="1" presStyleCnt="7"/>
      <dgm:spPr/>
    </dgm:pt>
    <dgm:pt modelId="{166FBCB5-67E6-442B-908A-2D579A83CFA1}" type="pres">
      <dgm:prSet presAssocID="{2F8A17C2-1FD8-4779-87F4-44D25C7AC5A4}" presName="Ellipse" presStyleLbl="fgAcc1" presStyleIdx="1" presStyleCnt="7"/>
      <dgm:spPr/>
    </dgm:pt>
    <dgm:pt modelId="{82B0ABFC-93AA-4C1F-80FE-C93733851B4C}" type="pres">
      <dgm:prSet presAssocID="{2F8A17C2-1FD8-4779-87F4-44D25C7AC5A4}" presName="L2TextContainer" presStyleLbl="revTx" presStyleIdx="2" presStyleCnt="14">
        <dgm:presLayoutVars>
          <dgm:bulletEnabled val="1"/>
        </dgm:presLayoutVars>
      </dgm:prSet>
      <dgm:spPr/>
    </dgm:pt>
    <dgm:pt modelId="{5EBF1ADF-6AD4-4F8C-BBB1-67D503CF0B76}" type="pres">
      <dgm:prSet presAssocID="{2F8A17C2-1FD8-4779-87F4-44D25C7AC5A4}" presName="L1TextContainer" presStyleLbl="revTx" presStyleIdx="3" presStyleCnt="14">
        <dgm:presLayoutVars>
          <dgm:chMax val="1"/>
          <dgm:chPref val="1"/>
          <dgm:bulletEnabled val="1"/>
        </dgm:presLayoutVars>
      </dgm:prSet>
      <dgm:spPr/>
    </dgm:pt>
    <dgm:pt modelId="{9DDD7034-8671-4112-A6C4-56749D8352D0}" type="pres">
      <dgm:prSet presAssocID="{2F8A17C2-1FD8-4779-87F4-44D25C7AC5A4}" presName="ConnectLine" presStyleLbl="dkBgShp" presStyleIdx="3" presStyleCnt="9"/>
      <dgm:spPr/>
    </dgm:pt>
    <dgm:pt modelId="{BDF09585-BEA0-4D39-9490-869C0138817F}" type="pres">
      <dgm:prSet presAssocID="{2F8A17C2-1FD8-4779-87F4-44D25C7AC5A4}" presName="ConnectorPoint" presStyleCnt="0"/>
      <dgm:spPr/>
    </dgm:pt>
    <dgm:pt modelId="{0D05285C-01ED-47B1-9339-E60D1B234140}" type="pres">
      <dgm:prSet presAssocID="{2F8A17C2-1FD8-4779-87F4-44D25C7AC5A4}" presName="Bullet" presStyleLbl="lnNode1" presStyleIdx="1" presStyleCnt="7"/>
      <dgm:spPr/>
    </dgm:pt>
    <dgm:pt modelId="{3BF7DCBA-C58B-485C-861C-02A6EB1DA19D}" type="pres">
      <dgm:prSet presAssocID="{2F8A17C2-1FD8-4779-87F4-44D25C7AC5A4}" presName="EmptyPlaceHolder" presStyleCnt="0"/>
      <dgm:spPr/>
    </dgm:pt>
    <dgm:pt modelId="{D3185928-06BF-43DF-9291-4AFD6AAF5ABF}" type="pres">
      <dgm:prSet presAssocID="{56619D65-3E1C-4DB7-84B0-3E63958528D4}" presName="spaceBetweenRectangles" presStyleCnt="0"/>
      <dgm:spPr/>
    </dgm:pt>
    <dgm:pt modelId="{6A6A7276-F9BF-4A2A-B90C-1FF6A46201F5}" type="pres">
      <dgm:prSet presAssocID="{1FD67FA5-9AE3-4098-ACFC-8BAF3639CCF4}" presName="composite" presStyleCnt="0"/>
      <dgm:spPr/>
    </dgm:pt>
    <dgm:pt modelId="{DC0E0564-6435-43A3-8EBF-D6D8A8F1E373}" type="pres">
      <dgm:prSet presAssocID="{1FD67FA5-9AE3-4098-ACFC-8BAF3639CCF4}" presName="DropPinPlaceHolder" presStyleCnt="0"/>
      <dgm:spPr/>
    </dgm:pt>
    <dgm:pt modelId="{FF433847-481C-4DDB-9505-C6DBBA96C1AC}" type="pres">
      <dgm:prSet presAssocID="{1FD67FA5-9AE3-4098-ACFC-8BAF3639CCF4}" presName="DropPin" presStyleLbl="alignNode1" presStyleIdx="2" presStyleCnt="7"/>
      <dgm:spPr/>
    </dgm:pt>
    <dgm:pt modelId="{8CEF70ED-5452-4C2D-90D2-CB1D2FB6C597}" type="pres">
      <dgm:prSet presAssocID="{1FD67FA5-9AE3-4098-ACFC-8BAF3639CCF4}" presName="Ellipse" presStyleLbl="fgAcc1" presStyleIdx="2" presStyleCnt="7"/>
      <dgm:spPr/>
    </dgm:pt>
    <dgm:pt modelId="{F2337A5C-75E0-45A7-9D3D-4321FB231686}" type="pres">
      <dgm:prSet presAssocID="{1FD67FA5-9AE3-4098-ACFC-8BAF3639CCF4}" presName="L2TextContainer" presStyleLbl="revTx" presStyleIdx="4" presStyleCnt="14">
        <dgm:presLayoutVars>
          <dgm:bulletEnabled val="1"/>
        </dgm:presLayoutVars>
      </dgm:prSet>
      <dgm:spPr/>
    </dgm:pt>
    <dgm:pt modelId="{FCB31FB4-4B51-45AD-BE6C-6167526EAC0C}" type="pres">
      <dgm:prSet presAssocID="{1FD67FA5-9AE3-4098-ACFC-8BAF3639CCF4}" presName="L1TextContainer" presStyleLbl="revTx" presStyleIdx="5" presStyleCnt="14">
        <dgm:presLayoutVars>
          <dgm:chMax val="1"/>
          <dgm:chPref val="1"/>
          <dgm:bulletEnabled val="1"/>
        </dgm:presLayoutVars>
      </dgm:prSet>
      <dgm:spPr/>
    </dgm:pt>
    <dgm:pt modelId="{20C6349C-1ABC-4D95-88AE-8418BBBA29CE}" type="pres">
      <dgm:prSet presAssocID="{1FD67FA5-9AE3-4098-ACFC-8BAF3639CCF4}" presName="ConnectLine" presStyleLbl="dkBgShp" presStyleIdx="4" presStyleCnt="9"/>
      <dgm:spPr/>
    </dgm:pt>
    <dgm:pt modelId="{25B8EBA6-85B6-4BAD-BE93-8A358B203F41}" type="pres">
      <dgm:prSet presAssocID="{1FD67FA5-9AE3-4098-ACFC-8BAF3639CCF4}" presName="ConnectorPoint" presStyleCnt="0"/>
      <dgm:spPr/>
    </dgm:pt>
    <dgm:pt modelId="{35E8BF1A-AB24-4861-AD54-7F3E1E78A0DF}" type="pres">
      <dgm:prSet presAssocID="{1FD67FA5-9AE3-4098-ACFC-8BAF3639CCF4}" presName="Bullet" presStyleLbl="lnNode1" presStyleIdx="2" presStyleCnt="7"/>
      <dgm:spPr/>
    </dgm:pt>
    <dgm:pt modelId="{539F4C20-C432-4F54-AE81-2441E8FC8F8A}" type="pres">
      <dgm:prSet presAssocID="{1FD67FA5-9AE3-4098-ACFC-8BAF3639CCF4}" presName="EmptyPlaceHolder" presStyleCnt="0"/>
      <dgm:spPr/>
    </dgm:pt>
    <dgm:pt modelId="{AB80308A-DFC9-47A6-AD0D-1824EB187F7B}" type="pres">
      <dgm:prSet presAssocID="{54EF90B9-37DF-4459-B2A3-7B7CCF006217}" presName="spaceBetweenRectangles" presStyleCnt="0"/>
      <dgm:spPr/>
    </dgm:pt>
    <dgm:pt modelId="{6D0EE788-B663-4DF6-A26C-8AA29C0DD7E3}" type="pres">
      <dgm:prSet presAssocID="{D694E96F-B3C0-4E0F-BBEE-FC3E1D73CEB6}" presName="composite" presStyleCnt="0"/>
      <dgm:spPr/>
    </dgm:pt>
    <dgm:pt modelId="{02A0516F-CCB0-4B68-8970-ABD29F08BA34}" type="pres">
      <dgm:prSet presAssocID="{D694E96F-B3C0-4E0F-BBEE-FC3E1D73CEB6}" presName="DropPinPlaceHolder" presStyleCnt="0"/>
      <dgm:spPr/>
    </dgm:pt>
    <dgm:pt modelId="{E4456A00-2E65-4842-8F4D-C721EE102432}" type="pres">
      <dgm:prSet presAssocID="{D694E96F-B3C0-4E0F-BBEE-FC3E1D73CEB6}" presName="DropPin" presStyleLbl="alignNode1" presStyleIdx="3" presStyleCnt="7"/>
      <dgm:spPr/>
    </dgm:pt>
    <dgm:pt modelId="{175C2C1F-F3FD-4EDB-9626-EDBF597CE64C}" type="pres">
      <dgm:prSet presAssocID="{D694E96F-B3C0-4E0F-BBEE-FC3E1D73CEB6}" presName="Ellipse" presStyleLbl="fgAcc1" presStyleIdx="3" presStyleCnt="7"/>
      <dgm:spPr/>
    </dgm:pt>
    <dgm:pt modelId="{2B343219-F048-4C49-A1DC-85F9A7E26B82}" type="pres">
      <dgm:prSet presAssocID="{D694E96F-B3C0-4E0F-BBEE-FC3E1D73CEB6}" presName="L2TextContainer" presStyleLbl="revTx" presStyleIdx="6" presStyleCnt="14">
        <dgm:presLayoutVars>
          <dgm:bulletEnabled val="1"/>
        </dgm:presLayoutVars>
      </dgm:prSet>
      <dgm:spPr/>
    </dgm:pt>
    <dgm:pt modelId="{342F2F64-EBBE-47EE-8DCC-8EA63C1EF229}" type="pres">
      <dgm:prSet presAssocID="{D694E96F-B3C0-4E0F-BBEE-FC3E1D73CEB6}" presName="L1TextContainer" presStyleLbl="revTx" presStyleIdx="7" presStyleCnt="14">
        <dgm:presLayoutVars>
          <dgm:chMax val="1"/>
          <dgm:chPref val="1"/>
          <dgm:bulletEnabled val="1"/>
        </dgm:presLayoutVars>
      </dgm:prSet>
      <dgm:spPr/>
    </dgm:pt>
    <dgm:pt modelId="{D068CB3B-85EE-4DEE-803E-3B4C4E25917E}" type="pres">
      <dgm:prSet presAssocID="{D694E96F-B3C0-4E0F-BBEE-FC3E1D73CEB6}" presName="ConnectLine" presStyleLbl="dkBgShp" presStyleIdx="5" presStyleCnt="9"/>
      <dgm:spPr/>
    </dgm:pt>
    <dgm:pt modelId="{25F6A928-CF23-432A-8512-F65767869BFE}" type="pres">
      <dgm:prSet presAssocID="{D694E96F-B3C0-4E0F-BBEE-FC3E1D73CEB6}" presName="ConnectorPoint" presStyleCnt="0"/>
      <dgm:spPr/>
    </dgm:pt>
    <dgm:pt modelId="{ADDE2A40-F9C2-44D4-A9D1-7B7E13655198}" type="pres">
      <dgm:prSet presAssocID="{D694E96F-B3C0-4E0F-BBEE-FC3E1D73CEB6}" presName="Bullet" presStyleLbl="lnNode1" presStyleIdx="3" presStyleCnt="7"/>
      <dgm:spPr/>
    </dgm:pt>
    <dgm:pt modelId="{7DC45C9E-B909-4E72-A0A1-21712BA1E4A2}" type="pres">
      <dgm:prSet presAssocID="{D694E96F-B3C0-4E0F-BBEE-FC3E1D73CEB6}" presName="EmptyPlaceHolder" presStyleCnt="0"/>
      <dgm:spPr/>
    </dgm:pt>
    <dgm:pt modelId="{9A0EC91A-285B-42EE-BEDB-909E5E25EF82}" type="pres">
      <dgm:prSet presAssocID="{766FF833-EB95-49D0-BE77-F3A04515AA4F}" presName="spaceBetweenRectangles" presStyleCnt="0"/>
      <dgm:spPr/>
    </dgm:pt>
    <dgm:pt modelId="{C09D7764-1DFA-49D6-9254-6EE0038284B0}" type="pres">
      <dgm:prSet presAssocID="{948717D9-9793-4DE1-8C1F-F44C71AF9C66}" presName="composite" presStyleCnt="0"/>
      <dgm:spPr/>
    </dgm:pt>
    <dgm:pt modelId="{DA819809-8C47-4BFF-AF3C-EDCF3209A64D}" type="pres">
      <dgm:prSet presAssocID="{948717D9-9793-4DE1-8C1F-F44C71AF9C66}" presName="DropPinPlaceHolder" presStyleCnt="0"/>
      <dgm:spPr/>
    </dgm:pt>
    <dgm:pt modelId="{7FEB1127-D1C5-4A2B-BEFC-79D5A53FC328}" type="pres">
      <dgm:prSet presAssocID="{948717D9-9793-4DE1-8C1F-F44C71AF9C66}" presName="DropPin" presStyleLbl="alignNode1" presStyleIdx="4" presStyleCnt="7"/>
      <dgm:spPr/>
    </dgm:pt>
    <dgm:pt modelId="{794D142E-BC93-40B8-946A-41042B180D03}" type="pres">
      <dgm:prSet presAssocID="{948717D9-9793-4DE1-8C1F-F44C71AF9C66}" presName="Ellipse" presStyleLbl="fgAcc1" presStyleIdx="4" presStyleCnt="7"/>
      <dgm:spPr/>
    </dgm:pt>
    <dgm:pt modelId="{A31E8CC7-D1A6-42B9-A51B-C5636398796E}" type="pres">
      <dgm:prSet presAssocID="{948717D9-9793-4DE1-8C1F-F44C71AF9C66}" presName="L2TextContainer" presStyleLbl="revTx" presStyleIdx="8" presStyleCnt="14">
        <dgm:presLayoutVars>
          <dgm:bulletEnabled val="1"/>
        </dgm:presLayoutVars>
      </dgm:prSet>
      <dgm:spPr/>
    </dgm:pt>
    <dgm:pt modelId="{F7E050D3-A2EE-4DE8-B59A-79AD213FD3B3}" type="pres">
      <dgm:prSet presAssocID="{948717D9-9793-4DE1-8C1F-F44C71AF9C66}" presName="L1TextContainer" presStyleLbl="revTx" presStyleIdx="9" presStyleCnt="14">
        <dgm:presLayoutVars>
          <dgm:chMax val="1"/>
          <dgm:chPref val="1"/>
          <dgm:bulletEnabled val="1"/>
        </dgm:presLayoutVars>
      </dgm:prSet>
      <dgm:spPr/>
    </dgm:pt>
    <dgm:pt modelId="{BDFFDCE9-47E8-4D9D-9110-C22D91BB6D2F}" type="pres">
      <dgm:prSet presAssocID="{948717D9-9793-4DE1-8C1F-F44C71AF9C66}" presName="ConnectLine" presStyleLbl="dkBgShp" presStyleIdx="6" presStyleCnt="9"/>
      <dgm:spPr/>
    </dgm:pt>
    <dgm:pt modelId="{029F0388-B61E-47E9-BF98-A5CB7DE7674E}" type="pres">
      <dgm:prSet presAssocID="{948717D9-9793-4DE1-8C1F-F44C71AF9C66}" presName="ConnectorPoint" presStyleCnt="0"/>
      <dgm:spPr/>
    </dgm:pt>
    <dgm:pt modelId="{4A056BEC-492A-4D50-B9F7-78C0773B4385}" type="pres">
      <dgm:prSet presAssocID="{948717D9-9793-4DE1-8C1F-F44C71AF9C66}" presName="Bullet" presStyleLbl="lnNode1" presStyleIdx="4" presStyleCnt="7"/>
      <dgm:spPr/>
    </dgm:pt>
    <dgm:pt modelId="{C991CD5B-E8F1-4207-A95A-B5709CE7B71D}" type="pres">
      <dgm:prSet presAssocID="{948717D9-9793-4DE1-8C1F-F44C71AF9C66}" presName="EmptyPlaceHolder" presStyleCnt="0"/>
      <dgm:spPr/>
    </dgm:pt>
    <dgm:pt modelId="{CD3E7B34-4E46-4C73-99E6-3658B8C6F2C0}" type="pres">
      <dgm:prSet presAssocID="{DB2BED53-E07E-4616-9FFB-977D748ECE30}" presName="spaceBetweenRectangles" presStyleCnt="0"/>
      <dgm:spPr/>
    </dgm:pt>
    <dgm:pt modelId="{BAED1D04-F790-47F6-821A-24F6902EBDCC}" type="pres">
      <dgm:prSet presAssocID="{262504BF-3F04-48B0-BB73-BDE141830B3E}" presName="composite" presStyleCnt="0"/>
      <dgm:spPr/>
    </dgm:pt>
    <dgm:pt modelId="{85D00821-E304-4A38-A8E2-9D0110EEE311}" type="pres">
      <dgm:prSet presAssocID="{262504BF-3F04-48B0-BB73-BDE141830B3E}" presName="DropPinPlaceHolder" presStyleCnt="0"/>
      <dgm:spPr/>
    </dgm:pt>
    <dgm:pt modelId="{BD06F131-B3CB-481A-BE2F-3CA5B95C5199}" type="pres">
      <dgm:prSet presAssocID="{262504BF-3F04-48B0-BB73-BDE141830B3E}" presName="DropPin" presStyleLbl="alignNode1" presStyleIdx="5" presStyleCnt="7"/>
      <dgm:spPr/>
    </dgm:pt>
    <dgm:pt modelId="{5D8760CE-FF60-4B64-A2F3-11BA40EAE188}" type="pres">
      <dgm:prSet presAssocID="{262504BF-3F04-48B0-BB73-BDE141830B3E}" presName="Ellipse" presStyleLbl="fgAcc1" presStyleIdx="5" presStyleCnt="7"/>
      <dgm:spPr/>
    </dgm:pt>
    <dgm:pt modelId="{2AF3C809-3E5E-48C7-9D1C-273B9A91BED6}" type="pres">
      <dgm:prSet presAssocID="{262504BF-3F04-48B0-BB73-BDE141830B3E}" presName="L2TextContainer" presStyleLbl="revTx" presStyleIdx="10" presStyleCnt="14">
        <dgm:presLayoutVars>
          <dgm:bulletEnabled val="1"/>
        </dgm:presLayoutVars>
      </dgm:prSet>
      <dgm:spPr/>
    </dgm:pt>
    <dgm:pt modelId="{E24A69EC-9B60-4C15-AECE-72F110075FE1}" type="pres">
      <dgm:prSet presAssocID="{262504BF-3F04-48B0-BB73-BDE141830B3E}" presName="L1TextContainer" presStyleLbl="revTx" presStyleIdx="11" presStyleCnt="14">
        <dgm:presLayoutVars>
          <dgm:chMax val="1"/>
          <dgm:chPref val="1"/>
          <dgm:bulletEnabled val="1"/>
        </dgm:presLayoutVars>
      </dgm:prSet>
      <dgm:spPr/>
    </dgm:pt>
    <dgm:pt modelId="{F87FA524-19B5-4CA4-BE57-44D4ACEDB0BC}" type="pres">
      <dgm:prSet presAssocID="{262504BF-3F04-48B0-BB73-BDE141830B3E}" presName="ConnectLine" presStyleLbl="dkBgShp" presStyleIdx="7" presStyleCnt="9"/>
      <dgm:spPr/>
    </dgm:pt>
    <dgm:pt modelId="{DCFC4259-6305-4D6D-A25C-FCBF013AAE1F}" type="pres">
      <dgm:prSet presAssocID="{262504BF-3F04-48B0-BB73-BDE141830B3E}" presName="ConnectorPoint" presStyleCnt="0"/>
      <dgm:spPr/>
    </dgm:pt>
    <dgm:pt modelId="{CB0C46E6-2B04-42EA-B7DF-1A241A44FAB5}" type="pres">
      <dgm:prSet presAssocID="{262504BF-3F04-48B0-BB73-BDE141830B3E}" presName="Bullet" presStyleLbl="lnNode1" presStyleIdx="5" presStyleCnt="7"/>
      <dgm:spPr/>
    </dgm:pt>
    <dgm:pt modelId="{0659A953-FDD3-413F-8436-89C0BBF4B931}" type="pres">
      <dgm:prSet presAssocID="{262504BF-3F04-48B0-BB73-BDE141830B3E}" presName="EmptyPlaceHolder" presStyleCnt="0"/>
      <dgm:spPr/>
    </dgm:pt>
    <dgm:pt modelId="{85345BCE-6849-4F72-8300-6CF577BD4E6C}" type="pres">
      <dgm:prSet presAssocID="{6DAEB6A6-325D-4C54-9BB4-F0D594352B7D}" presName="spaceBetweenRectangles" presStyleCnt="0"/>
      <dgm:spPr/>
    </dgm:pt>
    <dgm:pt modelId="{43931FE7-B0C2-45BC-A1F9-5FDD95AF67F6}" type="pres">
      <dgm:prSet presAssocID="{C2059022-E640-43E9-A02B-B213CD136AC8}" presName="composite" presStyleCnt="0"/>
      <dgm:spPr/>
    </dgm:pt>
    <dgm:pt modelId="{EAAAD65C-33B9-4EF9-9695-25AC6AC00454}" type="pres">
      <dgm:prSet presAssocID="{C2059022-E640-43E9-A02B-B213CD136AC8}" presName="DropPinPlaceHolder" presStyleCnt="0"/>
      <dgm:spPr/>
    </dgm:pt>
    <dgm:pt modelId="{111A654A-4943-4925-ACD2-7D3D37CB190C}" type="pres">
      <dgm:prSet presAssocID="{C2059022-E640-43E9-A02B-B213CD136AC8}" presName="DropPin" presStyleLbl="alignNode1" presStyleIdx="6" presStyleCnt="7"/>
      <dgm:spPr/>
    </dgm:pt>
    <dgm:pt modelId="{65AA6793-8905-49AC-A54E-15055100E997}" type="pres">
      <dgm:prSet presAssocID="{C2059022-E640-43E9-A02B-B213CD136AC8}" presName="Ellipse" presStyleLbl="fgAcc1" presStyleIdx="6" presStyleCnt="7"/>
      <dgm:spPr/>
    </dgm:pt>
    <dgm:pt modelId="{9B2DC8E7-0D61-4F21-B391-68996A2F4236}" type="pres">
      <dgm:prSet presAssocID="{C2059022-E640-43E9-A02B-B213CD136AC8}" presName="L2TextContainer" presStyleLbl="revTx" presStyleIdx="12" presStyleCnt="14">
        <dgm:presLayoutVars>
          <dgm:bulletEnabled val="1"/>
        </dgm:presLayoutVars>
      </dgm:prSet>
      <dgm:spPr/>
    </dgm:pt>
    <dgm:pt modelId="{70C39993-84EC-4EB6-B89C-450A9DE76CF7}" type="pres">
      <dgm:prSet presAssocID="{C2059022-E640-43E9-A02B-B213CD136AC8}" presName="L1TextContainer" presStyleLbl="revTx" presStyleIdx="13" presStyleCnt="14">
        <dgm:presLayoutVars>
          <dgm:chMax val="1"/>
          <dgm:chPref val="1"/>
          <dgm:bulletEnabled val="1"/>
        </dgm:presLayoutVars>
      </dgm:prSet>
      <dgm:spPr/>
    </dgm:pt>
    <dgm:pt modelId="{D5A6FE27-F71D-4601-8FAD-CB2B58860BBF}" type="pres">
      <dgm:prSet presAssocID="{C2059022-E640-43E9-A02B-B213CD136AC8}" presName="ConnectLine" presStyleLbl="dkBgShp" presStyleIdx="8" presStyleCnt="9"/>
      <dgm:spPr/>
    </dgm:pt>
    <dgm:pt modelId="{80972C32-FD66-44E8-8237-6F17ADA8410E}" type="pres">
      <dgm:prSet presAssocID="{C2059022-E640-43E9-A02B-B213CD136AC8}" presName="ConnectorPoint" presStyleCnt="0"/>
      <dgm:spPr/>
    </dgm:pt>
    <dgm:pt modelId="{3793AAA0-7512-4380-A3B3-73F97DEBFD65}" type="pres">
      <dgm:prSet presAssocID="{C2059022-E640-43E9-A02B-B213CD136AC8}" presName="Bullet" presStyleLbl="lnNode1" presStyleIdx="6" presStyleCnt="7"/>
      <dgm:spPr/>
    </dgm:pt>
    <dgm:pt modelId="{AE81F3A4-7C10-4370-BFA7-84332D9B8018}" type="pres">
      <dgm:prSet presAssocID="{C2059022-E640-43E9-A02B-B213CD136AC8}" presName="EmptyPlaceHolder" presStyleCnt="0"/>
      <dgm:spPr/>
    </dgm:pt>
  </dgm:ptLst>
  <dgm:cxnLst>
    <dgm:cxn modelId="{3B86E113-554F-43B4-8CC4-6699C3580602}" type="presOf" srcId="{1D10C092-0A70-479D-A022-85988F0F248A}" destId="{2B343219-F048-4C49-A1DC-85F9A7E26B82}" srcOrd="0" destOrd="0" presId="urn:microsoft.com/office/officeart/2024/layout/BulletTimeline"/>
    <dgm:cxn modelId="{3ACF5522-6DE4-4060-B9E0-A1ADF749BAE8}" type="presOf" srcId="{711D30BA-AC4A-46AD-8D9D-B32F57452933}" destId="{F2337A5C-75E0-45A7-9D3D-4321FB231686}" srcOrd="0" destOrd="0" presId="urn:microsoft.com/office/officeart/2024/layout/BulletTimeline"/>
    <dgm:cxn modelId="{D68DE523-3B08-4A35-AD27-C4B5D7FBA361}" srcId="{5F67DAC1-2548-463C-A2E1-7BBF058B52A3}" destId="{557B9AED-1CE7-45CF-B5CD-E2E52EA2B6D3}" srcOrd="0" destOrd="0" parTransId="{E809F2F0-CAFE-4290-86AD-13C798D26D8D}" sibTransId="{A8C548EF-BAAD-4CDE-85AE-4A5314F90A8B}"/>
    <dgm:cxn modelId="{9CDF7225-D67F-434A-ADCE-32E61459A189}" type="presOf" srcId="{2F8A17C2-1FD8-4779-87F4-44D25C7AC5A4}" destId="{5EBF1ADF-6AD4-4F8C-BBB1-67D503CF0B76}" srcOrd="0" destOrd="0" presId="urn:microsoft.com/office/officeart/2024/layout/BulletTimeline"/>
    <dgm:cxn modelId="{3F9DCA25-C793-4143-9F3D-6E1D2F9FD707}" type="presOf" srcId="{72A1BBB6-AC33-4F88-BC8F-CFFF0FA856CE}" destId="{9B22E092-79EA-4ABD-B8E8-34098FB498C6}" srcOrd="0" destOrd="0" presId="urn:microsoft.com/office/officeart/2024/layout/BulletTimeline"/>
    <dgm:cxn modelId="{6D5A7A26-7E6D-4E46-9464-00DC19B8484F}" srcId="{5F67DAC1-2548-463C-A2E1-7BBF058B52A3}" destId="{C2059022-E640-43E9-A02B-B213CD136AC8}" srcOrd="6" destOrd="0" parTransId="{236D8BE8-2B12-4D44-8A30-9EB91736ECC3}" sibTransId="{D30CB086-6156-4E70-9C4F-664731D6AA4A}"/>
    <dgm:cxn modelId="{83793829-2FEF-4117-991C-023C6B887D79}" type="presOf" srcId="{262504BF-3F04-48B0-BB73-BDE141830B3E}" destId="{E24A69EC-9B60-4C15-AECE-72F110075FE1}" srcOrd="0" destOrd="0" presId="urn:microsoft.com/office/officeart/2024/layout/BulletTimeline"/>
    <dgm:cxn modelId="{09A6332C-9AB5-48DF-898F-3128C9A9AE8D}" srcId="{1FD67FA5-9AE3-4098-ACFC-8BAF3639CCF4}" destId="{711D30BA-AC4A-46AD-8D9D-B32F57452933}" srcOrd="0" destOrd="0" parTransId="{7EA433D1-3D88-4BCD-9ED6-A56B8792CB5A}" sibTransId="{225B4971-736B-483C-8A57-DF5EFFAAFF8C}"/>
    <dgm:cxn modelId="{8544942D-168A-48A5-849A-9D32EE8673D9}" type="presOf" srcId="{B72E4782-65E9-49CC-82B6-276A098D8625}" destId="{A31E8CC7-D1A6-42B9-A51B-C5636398796E}" srcOrd="0" destOrd="0" presId="urn:microsoft.com/office/officeart/2024/layout/BulletTimeline"/>
    <dgm:cxn modelId="{990A8331-CABB-4B96-A980-7BD02593E885}" srcId="{5F67DAC1-2548-463C-A2E1-7BBF058B52A3}" destId="{D694E96F-B3C0-4E0F-BBEE-FC3E1D73CEB6}" srcOrd="3" destOrd="0" parTransId="{0E3DEA41-E8A5-4CD6-9EC1-68DFF32565AC}" sibTransId="{766FF833-EB95-49D0-BE77-F3A04515AA4F}"/>
    <dgm:cxn modelId="{AA145A37-860C-4DFA-A8CD-1927444C6DCA}" srcId="{948717D9-9793-4DE1-8C1F-F44C71AF9C66}" destId="{B72E4782-65E9-49CC-82B6-276A098D8625}" srcOrd="0" destOrd="0" parTransId="{A2A5AEF6-20F1-447A-BEDA-19EBA44C7B9A}" sibTransId="{49D685BA-DE28-4D3B-81E2-896D19A70529}"/>
    <dgm:cxn modelId="{D8B7CB37-7585-47F7-BCAF-8B8FEC12F001}" type="presOf" srcId="{973DCC6E-6672-44C1-9FDE-B702B74AFC2D}" destId="{2AF3C809-3E5E-48C7-9D1C-273B9A91BED6}" srcOrd="0" destOrd="0" presId="urn:microsoft.com/office/officeart/2024/layout/BulletTimeline"/>
    <dgm:cxn modelId="{856B8F39-287A-41C4-BD34-9EACA8CF2F4F}" type="presOf" srcId="{1FD67FA5-9AE3-4098-ACFC-8BAF3639CCF4}" destId="{FCB31FB4-4B51-45AD-BE6C-6167526EAC0C}" srcOrd="0" destOrd="0" presId="urn:microsoft.com/office/officeart/2024/layout/BulletTimeline"/>
    <dgm:cxn modelId="{6B60E862-53CC-4902-AA20-A47A2A09E121}" srcId="{5F67DAC1-2548-463C-A2E1-7BBF058B52A3}" destId="{948717D9-9793-4DE1-8C1F-F44C71AF9C66}" srcOrd="4" destOrd="0" parTransId="{5C763B78-5D7E-45BD-AF83-9EAFBF736885}" sibTransId="{DB2BED53-E07E-4616-9FFB-977D748ECE30}"/>
    <dgm:cxn modelId="{868FEF49-B1E2-4BD5-81BA-AFDD1BCF4A91}" srcId="{C2059022-E640-43E9-A02B-B213CD136AC8}" destId="{09FB60C5-CC96-4BF6-B144-B1D349AE1852}" srcOrd="0" destOrd="0" parTransId="{6C52BCD2-9788-41CB-9445-A72FCEDB4FF3}" sibTransId="{F5F1C6CA-1E60-4868-B25B-AFE6E70DCD72}"/>
    <dgm:cxn modelId="{327D934C-B284-4A3C-8917-B9F2001ADFB9}" srcId="{5F67DAC1-2548-463C-A2E1-7BBF058B52A3}" destId="{262504BF-3F04-48B0-BB73-BDE141830B3E}" srcOrd="5" destOrd="0" parTransId="{69CF5446-1B87-4121-A40A-F3D324DEA824}" sibTransId="{6DAEB6A6-325D-4C54-9BB4-F0D594352B7D}"/>
    <dgm:cxn modelId="{0AD1E871-E81D-4AC4-84DE-10F4CBC23926}" type="presOf" srcId="{948717D9-9793-4DE1-8C1F-F44C71AF9C66}" destId="{F7E050D3-A2EE-4DE8-B59A-79AD213FD3B3}" srcOrd="0" destOrd="0" presId="urn:microsoft.com/office/officeart/2024/layout/BulletTimeline"/>
    <dgm:cxn modelId="{4821F255-6A50-4FBB-B534-F7BED93B9C81}" srcId="{5F67DAC1-2548-463C-A2E1-7BBF058B52A3}" destId="{2F8A17C2-1FD8-4779-87F4-44D25C7AC5A4}" srcOrd="1" destOrd="0" parTransId="{B426B3CA-2012-4459-9907-C80CC5E30077}" sibTransId="{56619D65-3E1C-4DB7-84B0-3E63958528D4}"/>
    <dgm:cxn modelId="{42870857-03A1-40EA-9308-51A163EAAA96}" srcId="{5F67DAC1-2548-463C-A2E1-7BBF058B52A3}" destId="{1FD67FA5-9AE3-4098-ACFC-8BAF3639CCF4}" srcOrd="2" destOrd="0" parTransId="{409735FA-A6F2-4316-8C6A-C01C88812DC9}" sibTransId="{54EF90B9-37DF-4459-B2A3-7B7CCF006217}"/>
    <dgm:cxn modelId="{3013C158-9924-4BD2-B06E-9C8E78421DA2}" srcId="{557B9AED-1CE7-45CF-B5CD-E2E52EA2B6D3}" destId="{72A1BBB6-AC33-4F88-BC8F-CFFF0FA856CE}" srcOrd="0" destOrd="0" parTransId="{A3BEE8EE-8ED9-46DC-9FF4-C6765F32D5C9}" sibTransId="{14EEABE3-BA08-466F-988B-86D4D25AAF06}"/>
    <dgm:cxn modelId="{45902679-0603-46BC-B501-CF79F777D8D1}" type="presOf" srcId="{D694E96F-B3C0-4E0F-BBEE-FC3E1D73CEB6}" destId="{342F2F64-EBBE-47EE-8DCC-8EA63C1EF229}" srcOrd="0" destOrd="0" presId="urn:microsoft.com/office/officeart/2024/layout/BulletTimeline"/>
    <dgm:cxn modelId="{C713C680-723F-4090-B4D2-95A18B81BF44}" type="presOf" srcId="{5F67DAC1-2548-463C-A2E1-7BBF058B52A3}" destId="{0277257C-8D3F-45B4-ADB7-4DF534EC378D}" srcOrd="0" destOrd="0" presId="urn:microsoft.com/office/officeart/2024/layout/BulletTimeline"/>
    <dgm:cxn modelId="{9575F880-2B98-43A5-B775-D2DE570C170A}" type="presOf" srcId="{557B9AED-1CE7-45CF-B5CD-E2E52EA2B6D3}" destId="{8690BA96-D9F8-4188-BF5A-DE942B35B77D}" srcOrd="0" destOrd="0" presId="urn:microsoft.com/office/officeart/2024/layout/BulletTimeline"/>
    <dgm:cxn modelId="{24D5A888-198B-4D04-BB81-E16B6D557657}" srcId="{2F8A17C2-1FD8-4779-87F4-44D25C7AC5A4}" destId="{E89DD28A-2198-474D-B239-1667CC6AF79E}" srcOrd="0" destOrd="0" parTransId="{6AFC939A-C03B-49C6-9205-3C702DCAACCA}" sibTransId="{6E8D0CB1-0A7B-4219-B648-2858FB31E22A}"/>
    <dgm:cxn modelId="{5D9A6090-790F-46F1-94B4-C4F94B506A65}" type="presOf" srcId="{C2059022-E640-43E9-A02B-B213CD136AC8}" destId="{70C39993-84EC-4EB6-B89C-450A9DE76CF7}" srcOrd="0" destOrd="0" presId="urn:microsoft.com/office/officeart/2024/layout/BulletTimeline"/>
    <dgm:cxn modelId="{CBABCBA0-2176-4F58-89DF-5E06765410C4}" srcId="{262504BF-3F04-48B0-BB73-BDE141830B3E}" destId="{973DCC6E-6672-44C1-9FDE-B702B74AFC2D}" srcOrd="0" destOrd="0" parTransId="{3E951A22-39F6-4290-B7D1-F69DFD42BEA0}" sibTransId="{E2D58EC1-B4FF-4E87-BE96-26D31240A6A0}"/>
    <dgm:cxn modelId="{587A74A3-AAC4-4120-AB6A-64696477E140}" type="presOf" srcId="{09FB60C5-CC96-4BF6-B144-B1D349AE1852}" destId="{9B2DC8E7-0D61-4F21-B391-68996A2F4236}" srcOrd="0" destOrd="0" presId="urn:microsoft.com/office/officeart/2024/layout/BulletTimeline"/>
    <dgm:cxn modelId="{326531BC-90F1-4412-AA7A-117829388019}" srcId="{2F8A17C2-1FD8-4779-87F4-44D25C7AC5A4}" destId="{FE79BF06-2F19-410F-A073-E2DAC5E77A40}" srcOrd="1" destOrd="0" parTransId="{666A01F4-C9E4-413A-A4CE-5BB4590D333D}" sibTransId="{11E156BB-4E12-4C4A-ADBE-F1AAD7371804}"/>
    <dgm:cxn modelId="{91FAA2CC-3FB4-4CB1-A470-7051BD3E6466}" srcId="{D694E96F-B3C0-4E0F-BBEE-FC3E1D73CEB6}" destId="{1D10C092-0A70-479D-A022-85988F0F248A}" srcOrd="0" destOrd="0" parTransId="{5948FCCF-4477-4C79-AD59-3F3964B209A3}" sibTransId="{0AEE13B0-8BF6-417A-A689-F10E5C9DEC81}"/>
    <dgm:cxn modelId="{6DF5B5D8-7808-470E-A586-BED555FB2AC9}" type="presOf" srcId="{FE79BF06-2F19-410F-A073-E2DAC5E77A40}" destId="{82B0ABFC-93AA-4C1F-80FE-C93733851B4C}" srcOrd="0" destOrd="1" presId="urn:microsoft.com/office/officeart/2024/layout/BulletTimeline"/>
    <dgm:cxn modelId="{1F3EEBF8-629D-402D-98E6-85307FBE4C1A}" type="presOf" srcId="{E89DD28A-2198-474D-B239-1667CC6AF79E}" destId="{82B0ABFC-93AA-4C1F-80FE-C93733851B4C}" srcOrd="0" destOrd="0" presId="urn:microsoft.com/office/officeart/2024/layout/BulletTimeline"/>
    <dgm:cxn modelId="{42F023FB-6D4A-4911-B1B8-0109D5A73AE3}" type="presParOf" srcId="{0277257C-8D3F-45B4-ADB7-4DF534EC378D}" destId="{6F40D460-2339-4180-BB76-4F0BC647690F}" srcOrd="0" destOrd="0" presId="urn:microsoft.com/office/officeart/2024/layout/BulletTimeline"/>
    <dgm:cxn modelId="{FF34488E-5081-41D6-9558-7C52A11D78E6}" type="presParOf" srcId="{6F40D460-2339-4180-BB76-4F0BC647690F}" destId="{6BFCA840-FC5A-4D1E-AF04-7462C5A4BD16}" srcOrd="0" destOrd="0" presId="urn:microsoft.com/office/officeart/2024/layout/BulletTimeline"/>
    <dgm:cxn modelId="{041341E8-ACE8-4FA5-9699-423DD7139AB7}" type="presParOf" srcId="{6F40D460-2339-4180-BB76-4F0BC647690F}" destId="{5840D07D-5819-4090-96B9-E4463B1A6CC4}" srcOrd="1" destOrd="0" presId="urn:microsoft.com/office/officeart/2024/layout/BulletTimeline"/>
    <dgm:cxn modelId="{E9610D0A-9D4E-4683-8E8F-CF52D37C0BE0}" type="presParOf" srcId="{0277257C-8D3F-45B4-ADB7-4DF534EC378D}" destId="{E8539D31-AFB8-4D8F-986E-1249700380C2}" srcOrd="1" destOrd="0" presId="urn:microsoft.com/office/officeart/2024/layout/BulletTimeline"/>
    <dgm:cxn modelId="{596122E7-B6F7-4CA7-9E03-FEA031C22A4F}" type="presParOf" srcId="{E8539D31-AFB8-4D8F-986E-1249700380C2}" destId="{6420E3FF-10FC-4BF8-9CA1-CC5977E321D1}" srcOrd="0" destOrd="0" presId="urn:microsoft.com/office/officeart/2024/layout/BulletTimeline"/>
    <dgm:cxn modelId="{5BD07EB2-BF51-4046-8152-69D8713DFD91}" type="presParOf" srcId="{6420E3FF-10FC-4BF8-9CA1-CC5977E321D1}" destId="{0897BA77-6990-4228-935A-48B1E93CA963}" srcOrd="0" destOrd="0" presId="urn:microsoft.com/office/officeart/2024/layout/BulletTimeline"/>
    <dgm:cxn modelId="{66BBC593-9569-4743-AE95-27A733094E74}" type="presParOf" srcId="{0897BA77-6990-4228-935A-48B1E93CA963}" destId="{97D01E50-830E-4D90-BFB7-7CB286953044}" srcOrd="0" destOrd="0" presId="urn:microsoft.com/office/officeart/2024/layout/BulletTimeline"/>
    <dgm:cxn modelId="{27583D58-F378-4B3E-9409-9EA251C72244}" type="presParOf" srcId="{0897BA77-6990-4228-935A-48B1E93CA963}" destId="{29CEA0E5-E2E3-4D2E-97E3-7E22A6A22623}" srcOrd="1" destOrd="0" presId="urn:microsoft.com/office/officeart/2024/layout/BulletTimeline"/>
    <dgm:cxn modelId="{AE65AFB9-6B18-4D08-AA31-01F56349346E}" type="presParOf" srcId="{6420E3FF-10FC-4BF8-9CA1-CC5977E321D1}" destId="{9B22E092-79EA-4ABD-B8E8-34098FB498C6}" srcOrd="1" destOrd="0" presId="urn:microsoft.com/office/officeart/2024/layout/BulletTimeline"/>
    <dgm:cxn modelId="{CF72C965-DD23-4A55-8927-E78D1ED55F13}" type="presParOf" srcId="{6420E3FF-10FC-4BF8-9CA1-CC5977E321D1}" destId="{8690BA96-D9F8-4188-BF5A-DE942B35B77D}" srcOrd="2" destOrd="0" presId="urn:microsoft.com/office/officeart/2024/layout/BulletTimeline"/>
    <dgm:cxn modelId="{E8B191D3-BF85-4AAC-B222-F68E93B41E73}" type="presParOf" srcId="{6420E3FF-10FC-4BF8-9CA1-CC5977E321D1}" destId="{46E2150E-D9DE-417C-9DB0-6F10065E4C00}" srcOrd="3" destOrd="0" presId="urn:microsoft.com/office/officeart/2024/layout/BulletTimeline"/>
    <dgm:cxn modelId="{7F18E4A1-926E-4A84-8D03-474FFE4533B8}" type="presParOf" srcId="{6420E3FF-10FC-4BF8-9CA1-CC5977E321D1}" destId="{1937FA73-7A70-47C5-AB91-D60461CC950F}" srcOrd="4" destOrd="0" presId="urn:microsoft.com/office/officeart/2024/layout/BulletTimeline"/>
    <dgm:cxn modelId="{9BB2EED3-32DF-4ECE-8048-5936DB91B163}" type="presParOf" srcId="{1937FA73-7A70-47C5-AB91-D60461CC950F}" destId="{58557017-A691-4C9D-8CFD-9811546A19D4}" srcOrd="0" destOrd="0" presId="urn:microsoft.com/office/officeart/2024/layout/BulletTimeline"/>
    <dgm:cxn modelId="{96E8FBA6-234E-4810-AB5A-47787C27AC45}" type="presParOf" srcId="{6420E3FF-10FC-4BF8-9CA1-CC5977E321D1}" destId="{F7FA3A1B-959C-4EC7-8F32-3BE49BD6DD6F}" srcOrd="5" destOrd="0" presId="urn:microsoft.com/office/officeart/2024/layout/BulletTimeline"/>
    <dgm:cxn modelId="{792F6CBC-794F-4EC8-A16C-D31858D7F4FA}" type="presParOf" srcId="{E8539D31-AFB8-4D8F-986E-1249700380C2}" destId="{E7F404A5-6370-4F02-B2C1-FF36033151B6}" srcOrd="1" destOrd="0" presId="urn:microsoft.com/office/officeart/2024/layout/BulletTimeline"/>
    <dgm:cxn modelId="{F067AFF0-0B25-41BF-95BE-FC43A3091177}" type="presParOf" srcId="{E8539D31-AFB8-4D8F-986E-1249700380C2}" destId="{C69B55E1-EB87-4AC2-9A1B-0387DE5741DD}" srcOrd="2" destOrd="0" presId="urn:microsoft.com/office/officeart/2024/layout/BulletTimeline"/>
    <dgm:cxn modelId="{F8C074C9-F3AA-432D-B84C-562817B25CBB}" type="presParOf" srcId="{C69B55E1-EB87-4AC2-9A1B-0387DE5741DD}" destId="{69A02706-3076-4B08-858D-86EB45F5D2D0}" srcOrd="0" destOrd="0" presId="urn:microsoft.com/office/officeart/2024/layout/BulletTimeline"/>
    <dgm:cxn modelId="{8E4A6558-56AA-4F0E-BF89-F3E8BE7030F2}" type="presParOf" srcId="{69A02706-3076-4B08-858D-86EB45F5D2D0}" destId="{E4A14102-4652-4A3C-9D86-834BFD9497CF}" srcOrd="0" destOrd="0" presId="urn:microsoft.com/office/officeart/2024/layout/BulletTimeline"/>
    <dgm:cxn modelId="{88D76D70-61CA-43A1-9D58-D03A1AA74EAF}" type="presParOf" srcId="{69A02706-3076-4B08-858D-86EB45F5D2D0}" destId="{166FBCB5-67E6-442B-908A-2D579A83CFA1}" srcOrd="1" destOrd="0" presId="urn:microsoft.com/office/officeart/2024/layout/BulletTimeline"/>
    <dgm:cxn modelId="{15DA446C-349F-4204-80B8-01AA364B65F5}" type="presParOf" srcId="{C69B55E1-EB87-4AC2-9A1B-0387DE5741DD}" destId="{82B0ABFC-93AA-4C1F-80FE-C93733851B4C}" srcOrd="1" destOrd="0" presId="urn:microsoft.com/office/officeart/2024/layout/BulletTimeline"/>
    <dgm:cxn modelId="{3908B01C-4099-4576-B088-CD827E774641}" type="presParOf" srcId="{C69B55E1-EB87-4AC2-9A1B-0387DE5741DD}" destId="{5EBF1ADF-6AD4-4F8C-BBB1-67D503CF0B76}" srcOrd="2" destOrd="0" presId="urn:microsoft.com/office/officeart/2024/layout/BulletTimeline"/>
    <dgm:cxn modelId="{1EE0CFAF-FE3C-42F4-972D-8CBADA5E136E}" type="presParOf" srcId="{C69B55E1-EB87-4AC2-9A1B-0387DE5741DD}" destId="{9DDD7034-8671-4112-A6C4-56749D8352D0}" srcOrd="3" destOrd="0" presId="urn:microsoft.com/office/officeart/2024/layout/BulletTimeline"/>
    <dgm:cxn modelId="{6D14B005-6F7C-4FE2-A5FC-974BAC18D5A5}" type="presParOf" srcId="{C69B55E1-EB87-4AC2-9A1B-0387DE5741DD}" destId="{BDF09585-BEA0-4D39-9490-869C0138817F}" srcOrd="4" destOrd="0" presId="urn:microsoft.com/office/officeart/2024/layout/BulletTimeline"/>
    <dgm:cxn modelId="{3433A386-CEE7-474B-904C-7E2828E276CC}" type="presParOf" srcId="{BDF09585-BEA0-4D39-9490-869C0138817F}" destId="{0D05285C-01ED-47B1-9339-E60D1B234140}" srcOrd="0" destOrd="0" presId="urn:microsoft.com/office/officeart/2024/layout/BulletTimeline"/>
    <dgm:cxn modelId="{A34172C9-CF12-4362-B0A7-E689E722D7F1}" type="presParOf" srcId="{C69B55E1-EB87-4AC2-9A1B-0387DE5741DD}" destId="{3BF7DCBA-C58B-485C-861C-02A6EB1DA19D}" srcOrd="5" destOrd="0" presId="urn:microsoft.com/office/officeart/2024/layout/BulletTimeline"/>
    <dgm:cxn modelId="{13265673-241C-420A-A0B3-8C438305C215}" type="presParOf" srcId="{E8539D31-AFB8-4D8F-986E-1249700380C2}" destId="{D3185928-06BF-43DF-9291-4AFD6AAF5ABF}" srcOrd="3" destOrd="0" presId="urn:microsoft.com/office/officeart/2024/layout/BulletTimeline"/>
    <dgm:cxn modelId="{8F38080A-FFEF-4E12-844A-65FE443EF3FA}" type="presParOf" srcId="{E8539D31-AFB8-4D8F-986E-1249700380C2}" destId="{6A6A7276-F9BF-4A2A-B90C-1FF6A46201F5}" srcOrd="4" destOrd="0" presId="urn:microsoft.com/office/officeart/2024/layout/BulletTimeline"/>
    <dgm:cxn modelId="{7C8CA59D-8A3F-4D54-BCEA-2276F2265542}" type="presParOf" srcId="{6A6A7276-F9BF-4A2A-B90C-1FF6A46201F5}" destId="{DC0E0564-6435-43A3-8EBF-D6D8A8F1E373}" srcOrd="0" destOrd="0" presId="urn:microsoft.com/office/officeart/2024/layout/BulletTimeline"/>
    <dgm:cxn modelId="{53722778-3D1B-4877-A706-51AA52460DCF}" type="presParOf" srcId="{DC0E0564-6435-43A3-8EBF-D6D8A8F1E373}" destId="{FF433847-481C-4DDB-9505-C6DBBA96C1AC}" srcOrd="0" destOrd="0" presId="urn:microsoft.com/office/officeart/2024/layout/BulletTimeline"/>
    <dgm:cxn modelId="{D74E0340-2752-40F5-9085-FE515B3FABD5}" type="presParOf" srcId="{DC0E0564-6435-43A3-8EBF-D6D8A8F1E373}" destId="{8CEF70ED-5452-4C2D-90D2-CB1D2FB6C597}" srcOrd="1" destOrd="0" presId="urn:microsoft.com/office/officeart/2024/layout/BulletTimeline"/>
    <dgm:cxn modelId="{394DE3A6-F70D-4472-B383-02129826E0DB}" type="presParOf" srcId="{6A6A7276-F9BF-4A2A-B90C-1FF6A46201F5}" destId="{F2337A5C-75E0-45A7-9D3D-4321FB231686}" srcOrd="1" destOrd="0" presId="urn:microsoft.com/office/officeart/2024/layout/BulletTimeline"/>
    <dgm:cxn modelId="{71700150-23F5-48DC-A264-FC8142DDF6FB}" type="presParOf" srcId="{6A6A7276-F9BF-4A2A-B90C-1FF6A46201F5}" destId="{FCB31FB4-4B51-45AD-BE6C-6167526EAC0C}" srcOrd="2" destOrd="0" presId="urn:microsoft.com/office/officeart/2024/layout/BulletTimeline"/>
    <dgm:cxn modelId="{FC20F6E3-F073-4A68-B439-16A64869FE0F}" type="presParOf" srcId="{6A6A7276-F9BF-4A2A-B90C-1FF6A46201F5}" destId="{20C6349C-1ABC-4D95-88AE-8418BBBA29CE}" srcOrd="3" destOrd="0" presId="urn:microsoft.com/office/officeart/2024/layout/BulletTimeline"/>
    <dgm:cxn modelId="{12C989DA-76A5-4CEF-A6A0-33481AD3F531}" type="presParOf" srcId="{6A6A7276-F9BF-4A2A-B90C-1FF6A46201F5}" destId="{25B8EBA6-85B6-4BAD-BE93-8A358B203F41}" srcOrd="4" destOrd="0" presId="urn:microsoft.com/office/officeart/2024/layout/BulletTimeline"/>
    <dgm:cxn modelId="{15106224-2A18-4B2F-9798-42A0989443C5}" type="presParOf" srcId="{25B8EBA6-85B6-4BAD-BE93-8A358B203F41}" destId="{35E8BF1A-AB24-4861-AD54-7F3E1E78A0DF}" srcOrd="0" destOrd="0" presId="urn:microsoft.com/office/officeart/2024/layout/BulletTimeline"/>
    <dgm:cxn modelId="{BBD5AF79-7157-4F31-989C-94A5295C53AB}" type="presParOf" srcId="{6A6A7276-F9BF-4A2A-B90C-1FF6A46201F5}" destId="{539F4C20-C432-4F54-AE81-2441E8FC8F8A}" srcOrd="5" destOrd="0" presId="urn:microsoft.com/office/officeart/2024/layout/BulletTimeline"/>
    <dgm:cxn modelId="{C87E6252-BFA9-40DC-9C2E-7EDD41B3488E}" type="presParOf" srcId="{E8539D31-AFB8-4D8F-986E-1249700380C2}" destId="{AB80308A-DFC9-47A6-AD0D-1824EB187F7B}" srcOrd="5" destOrd="0" presId="urn:microsoft.com/office/officeart/2024/layout/BulletTimeline"/>
    <dgm:cxn modelId="{0333A2F1-7929-40C4-9004-DBF9711A9392}" type="presParOf" srcId="{E8539D31-AFB8-4D8F-986E-1249700380C2}" destId="{6D0EE788-B663-4DF6-A26C-8AA29C0DD7E3}" srcOrd="6" destOrd="0" presId="urn:microsoft.com/office/officeart/2024/layout/BulletTimeline"/>
    <dgm:cxn modelId="{C2569EAE-0841-499E-BCAC-2D3EF6E4BE63}" type="presParOf" srcId="{6D0EE788-B663-4DF6-A26C-8AA29C0DD7E3}" destId="{02A0516F-CCB0-4B68-8970-ABD29F08BA34}" srcOrd="0" destOrd="0" presId="urn:microsoft.com/office/officeart/2024/layout/BulletTimeline"/>
    <dgm:cxn modelId="{DFE68C60-FBD9-40F9-98A7-81709F2BE22A}" type="presParOf" srcId="{02A0516F-CCB0-4B68-8970-ABD29F08BA34}" destId="{E4456A00-2E65-4842-8F4D-C721EE102432}" srcOrd="0" destOrd="0" presId="urn:microsoft.com/office/officeart/2024/layout/BulletTimeline"/>
    <dgm:cxn modelId="{697306D4-D437-420A-ACFD-FC97334B1194}" type="presParOf" srcId="{02A0516F-CCB0-4B68-8970-ABD29F08BA34}" destId="{175C2C1F-F3FD-4EDB-9626-EDBF597CE64C}" srcOrd="1" destOrd="0" presId="urn:microsoft.com/office/officeart/2024/layout/BulletTimeline"/>
    <dgm:cxn modelId="{7A57BD98-F07E-4F89-9FE0-85D98A7FD073}" type="presParOf" srcId="{6D0EE788-B663-4DF6-A26C-8AA29C0DD7E3}" destId="{2B343219-F048-4C49-A1DC-85F9A7E26B82}" srcOrd="1" destOrd="0" presId="urn:microsoft.com/office/officeart/2024/layout/BulletTimeline"/>
    <dgm:cxn modelId="{EAEE0B80-FFDE-4E5B-BFEB-00B10C3ECC3C}" type="presParOf" srcId="{6D0EE788-B663-4DF6-A26C-8AA29C0DD7E3}" destId="{342F2F64-EBBE-47EE-8DCC-8EA63C1EF229}" srcOrd="2" destOrd="0" presId="urn:microsoft.com/office/officeart/2024/layout/BulletTimeline"/>
    <dgm:cxn modelId="{0C3E9DF1-F133-442D-ABF4-10C4FDA9C994}" type="presParOf" srcId="{6D0EE788-B663-4DF6-A26C-8AA29C0DD7E3}" destId="{D068CB3B-85EE-4DEE-803E-3B4C4E25917E}" srcOrd="3" destOrd="0" presId="urn:microsoft.com/office/officeart/2024/layout/BulletTimeline"/>
    <dgm:cxn modelId="{4CF6C82A-CA46-4830-ACE7-39DFFFF8FFDB}" type="presParOf" srcId="{6D0EE788-B663-4DF6-A26C-8AA29C0DD7E3}" destId="{25F6A928-CF23-432A-8512-F65767869BFE}" srcOrd="4" destOrd="0" presId="urn:microsoft.com/office/officeart/2024/layout/BulletTimeline"/>
    <dgm:cxn modelId="{B946E049-3201-4B0B-9414-3B4F810F125C}" type="presParOf" srcId="{25F6A928-CF23-432A-8512-F65767869BFE}" destId="{ADDE2A40-F9C2-44D4-A9D1-7B7E13655198}" srcOrd="0" destOrd="0" presId="urn:microsoft.com/office/officeart/2024/layout/BulletTimeline"/>
    <dgm:cxn modelId="{4F5EFB6A-1A0C-4B79-846C-F7DE3E421CB9}" type="presParOf" srcId="{6D0EE788-B663-4DF6-A26C-8AA29C0DD7E3}" destId="{7DC45C9E-B909-4E72-A0A1-21712BA1E4A2}" srcOrd="5" destOrd="0" presId="urn:microsoft.com/office/officeart/2024/layout/BulletTimeline"/>
    <dgm:cxn modelId="{B555A9CA-5C22-4038-87C6-232EF4942A24}" type="presParOf" srcId="{E8539D31-AFB8-4D8F-986E-1249700380C2}" destId="{9A0EC91A-285B-42EE-BEDB-909E5E25EF82}" srcOrd="7" destOrd="0" presId="urn:microsoft.com/office/officeart/2024/layout/BulletTimeline"/>
    <dgm:cxn modelId="{123ACBCA-BA7A-4A72-AB1E-D20F933DF0B1}" type="presParOf" srcId="{E8539D31-AFB8-4D8F-986E-1249700380C2}" destId="{C09D7764-1DFA-49D6-9254-6EE0038284B0}" srcOrd="8" destOrd="0" presId="urn:microsoft.com/office/officeart/2024/layout/BulletTimeline"/>
    <dgm:cxn modelId="{443DCDD6-3E35-47A7-970F-C30AFA478C90}" type="presParOf" srcId="{C09D7764-1DFA-49D6-9254-6EE0038284B0}" destId="{DA819809-8C47-4BFF-AF3C-EDCF3209A64D}" srcOrd="0" destOrd="0" presId="urn:microsoft.com/office/officeart/2024/layout/BulletTimeline"/>
    <dgm:cxn modelId="{499B28FD-3A8B-432E-BC28-A358D665BCCF}" type="presParOf" srcId="{DA819809-8C47-4BFF-AF3C-EDCF3209A64D}" destId="{7FEB1127-D1C5-4A2B-BEFC-79D5A53FC328}" srcOrd="0" destOrd="0" presId="urn:microsoft.com/office/officeart/2024/layout/BulletTimeline"/>
    <dgm:cxn modelId="{E515D06D-C3EE-4BB6-9A0F-DEFDA01D639F}" type="presParOf" srcId="{DA819809-8C47-4BFF-AF3C-EDCF3209A64D}" destId="{794D142E-BC93-40B8-946A-41042B180D03}" srcOrd="1" destOrd="0" presId="urn:microsoft.com/office/officeart/2024/layout/BulletTimeline"/>
    <dgm:cxn modelId="{727CBAEE-6DCE-499C-A664-C8DEEA8AEE29}" type="presParOf" srcId="{C09D7764-1DFA-49D6-9254-6EE0038284B0}" destId="{A31E8CC7-D1A6-42B9-A51B-C5636398796E}" srcOrd="1" destOrd="0" presId="urn:microsoft.com/office/officeart/2024/layout/BulletTimeline"/>
    <dgm:cxn modelId="{0AD519CF-8134-4ACD-8785-9CE3DE068EB1}" type="presParOf" srcId="{C09D7764-1DFA-49D6-9254-6EE0038284B0}" destId="{F7E050D3-A2EE-4DE8-B59A-79AD213FD3B3}" srcOrd="2" destOrd="0" presId="urn:microsoft.com/office/officeart/2024/layout/BulletTimeline"/>
    <dgm:cxn modelId="{8E27DB4F-1D91-415A-AE37-7EC9984E2FF8}" type="presParOf" srcId="{C09D7764-1DFA-49D6-9254-6EE0038284B0}" destId="{BDFFDCE9-47E8-4D9D-9110-C22D91BB6D2F}" srcOrd="3" destOrd="0" presId="urn:microsoft.com/office/officeart/2024/layout/BulletTimeline"/>
    <dgm:cxn modelId="{93BDC17A-3FCB-409D-9ED5-3130460F154E}" type="presParOf" srcId="{C09D7764-1DFA-49D6-9254-6EE0038284B0}" destId="{029F0388-B61E-47E9-BF98-A5CB7DE7674E}" srcOrd="4" destOrd="0" presId="urn:microsoft.com/office/officeart/2024/layout/BulletTimeline"/>
    <dgm:cxn modelId="{054E8935-0483-4DB3-AFF7-94D5255C961B}" type="presParOf" srcId="{029F0388-B61E-47E9-BF98-A5CB7DE7674E}" destId="{4A056BEC-492A-4D50-B9F7-78C0773B4385}" srcOrd="0" destOrd="0" presId="urn:microsoft.com/office/officeart/2024/layout/BulletTimeline"/>
    <dgm:cxn modelId="{0B51B41B-E6EF-4E20-9CE5-11CC3949AECE}" type="presParOf" srcId="{C09D7764-1DFA-49D6-9254-6EE0038284B0}" destId="{C991CD5B-E8F1-4207-A95A-B5709CE7B71D}" srcOrd="5" destOrd="0" presId="urn:microsoft.com/office/officeart/2024/layout/BulletTimeline"/>
    <dgm:cxn modelId="{612611CF-AA9B-4B59-BF02-4D71CE196D23}" type="presParOf" srcId="{E8539D31-AFB8-4D8F-986E-1249700380C2}" destId="{CD3E7B34-4E46-4C73-99E6-3658B8C6F2C0}" srcOrd="9" destOrd="0" presId="urn:microsoft.com/office/officeart/2024/layout/BulletTimeline"/>
    <dgm:cxn modelId="{32E807A0-1AAA-469F-8160-49D871BEE4C3}" type="presParOf" srcId="{E8539D31-AFB8-4D8F-986E-1249700380C2}" destId="{BAED1D04-F790-47F6-821A-24F6902EBDCC}" srcOrd="10" destOrd="0" presId="urn:microsoft.com/office/officeart/2024/layout/BulletTimeline"/>
    <dgm:cxn modelId="{62D194D9-C45E-46A1-BE8E-A6C4F22BE44F}" type="presParOf" srcId="{BAED1D04-F790-47F6-821A-24F6902EBDCC}" destId="{85D00821-E304-4A38-A8E2-9D0110EEE311}" srcOrd="0" destOrd="0" presId="urn:microsoft.com/office/officeart/2024/layout/BulletTimeline"/>
    <dgm:cxn modelId="{04CD2CFA-A0C8-4F71-BF4F-94CBD57D8A8A}" type="presParOf" srcId="{85D00821-E304-4A38-A8E2-9D0110EEE311}" destId="{BD06F131-B3CB-481A-BE2F-3CA5B95C5199}" srcOrd="0" destOrd="0" presId="urn:microsoft.com/office/officeart/2024/layout/BulletTimeline"/>
    <dgm:cxn modelId="{5861A8EA-56E1-4CFD-84EB-35B16FB47FFE}" type="presParOf" srcId="{85D00821-E304-4A38-A8E2-9D0110EEE311}" destId="{5D8760CE-FF60-4B64-A2F3-11BA40EAE188}" srcOrd="1" destOrd="0" presId="urn:microsoft.com/office/officeart/2024/layout/BulletTimeline"/>
    <dgm:cxn modelId="{DB3463AB-6587-4041-8CBB-1845A83FC426}" type="presParOf" srcId="{BAED1D04-F790-47F6-821A-24F6902EBDCC}" destId="{2AF3C809-3E5E-48C7-9D1C-273B9A91BED6}" srcOrd="1" destOrd="0" presId="urn:microsoft.com/office/officeart/2024/layout/BulletTimeline"/>
    <dgm:cxn modelId="{5C45DBBC-E865-4E19-B0E4-CF7D3B56672E}" type="presParOf" srcId="{BAED1D04-F790-47F6-821A-24F6902EBDCC}" destId="{E24A69EC-9B60-4C15-AECE-72F110075FE1}" srcOrd="2" destOrd="0" presId="urn:microsoft.com/office/officeart/2024/layout/BulletTimeline"/>
    <dgm:cxn modelId="{552FC55F-88AB-414C-97EB-E3DDBCA909C5}" type="presParOf" srcId="{BAED1D04-F790-47F6-821A-24F6902EBDCC}" destId="{F87FA524-19B5-4CA4-BE57-44D4ACEDB0BC}" srcOrd="3" destOrd="0" presId="urn:microsoft.com/office/officeart/2024/layout/BulletTimeline"/>
    <dgm:cxn modelId="{135EC1C0-5D09-4936-A662-FD25D369B87F}" type="presParOf" srcId="{BAED1D04-F790-47F6-821A-24F6902EBDCC}" destId="{DCFC4259-6305-4D6D-A25C-FCBF013AAE1F}" srcOrd="4" destOrd="0" presId="urn:microsoft.com/office/officeart/2024/layout/BulletTimeline"/>
    <dgm:cxn modelId="{080A5D0C-2C5D-40E3-8FB9-3EF64C35F6F8}" type="presParOf" srcId="{DCFC4259-6305-4D6D-A25C-FCBF013AAE1F}" destId="{CB0C46E6-2B04-42EA-B7DF-1A241A44FAB5}" srcOrd="0" destOrd="0" presId="urn:microsoft.com/office/officeart/2024/layout/BulletTimeline"/>
    <dgm:cxn modelId="{A8433A8B-A899-4D62-B0DB-92CCAA3814F6}" type="presParOf" srcId="{BAED1D04-F790-47F6-821A-24F6902EBDCC}" destId="{0659A953-FDD3-413F-8436-89C0BBF4B931}" srcOrd="5" destOrd="0" presId="urn:microsoft.com/office/officeart/2024/layout/BulletTimeline"/>
    <dgm:cxn modelId="{5844CC8C-13F1-4318-940D-1DF2B2683CA9}" type="presParOf" srcId="{E8539D31-AFB8-4D8F-986E-1249700380C2}" destId="{85345BCE-6849-4F72-8300-6CF577BD4E6C}" srcOrd="11" destOrd="0" presId="urn:microsoft.com/office/officeart/2024/layout/BulletTimeline"/>
    <dgm:cxn modelId="{64EEA514-D813-43F4-B7B0-3409406934E8}" type="presParOf" srcId="{E8539D31-AFB8-4D8F-986E-1249700380C2}" destId="{43931FE7-B0C2-45BC-A1F9-5FDD95AF67F6}" srcOrd="12" destOrd="0" presId="urn:microsoft.com/office/officeart/2024/layout/BulletTimeline"/>
    <dgm:cxn modelId="{F6C0A068-3C2F-4155-9783-23713B00D1D5}" type="presParOf" srcId="{43931FE7-B0C2-45BC-A1F9-5FDD95AF67F6}" destId="{EAAAD65C-33B9-4EF9-9695-25AC6AC00454}" srcOrd="0" destOrd="0" presId="urn:microsoft.com/office/officeart/2024/layout/BulletTimeline"/>
    <dgm:cxn modelId="{7073E628-74CB-4C36-B86A-98417E8A8C4F}" type="presParOf" srcId="{EAAAD65C-33B9-4EF9-9695-25AC6AC00454}" destId="{111A654A-4943-4925-ACD2-7D3D37CB190C}" srcOrd="0" destOrd="0" presId="urn:microsoft.com/office/officeart/2024/layout/BulletTimeline"/>
    <dgm:cxn modelId="{7468339E-4329-42EE-9739-4282FFB70D48}" type="presParOf" srcId="{EAAAD65C-33B9-4EF9-9695-25AC6AC00454}" destId="{65AA6793-8905-49AC-A54E-15055100E997}" srcOrd="1" destOrd="0" presId="urn:microsoft.com/office/officeart/2024/layout/BulletTimeline"/>
    <dgm:cxn modelId="{58044C62-7C09-48EE-8EEC-531759D4884E}" type="presParOf" srcId="{43931FE7-B0C2-45BC-A1F9-5FDD95AF67F6}" destId="{9B2DC8E7-0D61-4F21-B391-68996A2F4236}" srcOrd="1" destOrd="0" presId="urn:microsoft.com/office/officeart/2024/layout/BulletTimeline"/>
    <dgm:cxn modelId="{3BDACDCF-C454-4B6C-9D65-8EF2E6740353}" type="presParOf" srcId="{43931FE7-B0C2-45BC-A1F9-5FDD95AF67F6}" destId="{70C39993-84EC-4EB6-B89C-450A9DE76CF7}" srcOrd="2" destOrd="0" presId="urn:microsoft.com/office/officeart/2024/layout/BulletTimeline"/>
    <dgm:cxn modelId="{C7477D5C-9B1B-4A08-98E4-51853F830431}" type="presParOf" srcId="{43931FE7-B0C2-45BC-A1F9-5FDD95AF67F6}" destId="{D5A6FE27-F71D-4601-8FAD-CB2B58860BBF}" srcOrd="3" destOrd="0" presId="urn:microsoft.com/office/officeart/2024/layout/BulletTimeline"/>
    <dgm:cxn modelId="{66FD8865-C6FD-487F-9D94-FC31E15A3B6B}" type="presParOf" srcId="{43931FE7-B0C2-45BC-A1F9-5FDD95AF67F6}" destId="{80972C32-FD66-44E8-8237-6F17ADA8410E}" srcOrd="4" destOrd="0" presId="urn:microsoft.com/office/officeart/2024/layout/BulletTimeline"/>
    <dgm:cxn modelId="{D6C3A3A7-E8D5-4C06-A7B4-AC1B95561098}" type="presParOf" srcId="{80972C32-FD66-44E8-8237-6F17ADA8410E}" destId="{3793AAA0-7512-4380-A3B3-73F97DEBFD65}" srcOrd="0" destOrd="0" presId="urn:microsoft.com/office/officeart/2024/layout/BulletTimeline"/>
    <dgm:cxn modelId="{E63AE1E1-3CCE-4C35-99EE-0FDC8E71F375}" type="presParOf" srcId="{43931FE7-B0C2-45BC-A1F9-5FDD95AF67F6}" destId="{AE81F3A4-7C10-4370-BFA7-84332D9B8018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48A101-AFA5-47BD-8E78-4E11B1B24D32}">
      <dsp:nvSpPr>
        <dsp:cNvPr id="0" name=""/>
        <dsp:cNvSpPr/>
      </dsp:nvSpPr>
      <dsp:spPr>
        <a:xfrm>
          <a:off x="0" y="6158"/>
          <a:ext cx="7851391" cy="41768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Published FHIR IGs:</a:t>
          </a:r>
        </a:p>
      </dsp:txBody>
      <dsp:txXfrm>
        <a:off x="20390" y="26548"/>
        <a:ext cx="7810611" cy="376909"/>
      </dsp:txXfrm>
    </dsp:sp>
    <dsp:sp modelId="{1E1DB1AC-D926-4484-B0DF-184C58FD3FD3}">
      <dsp:nvSpPr>
        <dsp:cNvPr id="0" name=""/>
        <dsp:cNvSpPr/>
      </dsp:nvSpPr>
      <dsp:spPr>
        <a:xfrm>
          <a:off x="0" y="423848"/>
          <a:ext cx="7851391" cy="1260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9282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HL7 Europe </a:t>
          </a:r>
          <a:r>
            <a:rPr lang="en-US" sz="1600" b="1" kern="1200" dirty="0"/>
            <a:t>Extensions</a:t>
          </a:r>
          <a:r>
            <a:rPr lang="en-US" sz="1600" kern="1200" dirty="0"/>
            <a:t> v1.3.0 (R4/R5) – March 2026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HL7 Europe </a:t>
          </a:r>
          <a:r>
            <a:rPr lang="en-US" sz="1600" b="1" kern="1200" dirty="0"/>
            <a:t>Base and Core </a:t>
          </a:r>
          <a:r>
            <a:rPr lang="en-US" sz="1600" kern="1200" dirty="0"/>
            <a:t>v2.0.0 (R4 and R5) – April 2026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HL7 Europe </a:t>
          </a:r>
          <a:r>
            <a:rPr lang="en-US" sz="1600" b="1" kern="1200" dirty="0"/>
            <a:t>Laboratory Report </a:t>
          </a:r>
          <a:r>
            <a:rPr lang="en-US" sz="1600" kern="1200" dirty="0"/>
            <a:t>FHIR IG v2.0.0 (R4) – May 2026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HL7 Europe </a:t>
          </a:r>
          <a:r>
            <a:rPr lang="en-US" sz="1600" b="1" kern="1200" dirty="0"/>
            <a:t>Medication Prescription and Dispense </a:t>
          </a:r>
          <a:r>
            <a:rPr lang="en-US" sz="1600" kern="1200" dirty="0"/>
            <a:t>FHIR IG v1.0.0 (R4 and R5) – May 2026</a:t>
          </a:r>
        </a:p>
      </dsp:txBody>
      <dsp:txXfrm>
        <a:off x="0" y="423848"/>
        <a:ext cx="7851391" cy="1260630"/>
      </dsp:txXfrm>
    </dsp:sp>
    <dsp:sp modelId="{0F41A3FA-B008-491C-B342-6A7F61E34316}">
      <dsp:nvSpPr>
        <dsp:cNvPr id="0" name=""/>
        <dsp:cNvSpPr/>
      </dsp:nvSpPr>
      <dsp:spPr>
        <a:xfrm>
          <a:off x="0" y="1684478"/>
          <a:ext cx="7851391" cy="417689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Ballot</a:t>
          </a:r>
        </a:p>
      </dsp:txBody>
      <dsp:txXfrm>
        <a:off x="20390" y="1704868"/>
        <a:ext cx="7810611" cy="376909"/>
      </dsp:txXfrm>
    </dsp:sp>
    <dsp:sp modelId="{9CBB4384-3618-4BE6-A53F-228C9B33A4C0}">
      <dsp:nvSpPr>
        <dsp:cNvPr id="0" name=""/>
        <dsp:cNvSpPr/>
      </dsp:nvSpPr>
      <dsp:spPr>
        <a:xfrm>
          <a:off x="0" y="2102168"/>
          <a:ext cx="7851391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9282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HL7 Europe </a:t>
          </a:r>
          <a:r>
            <a:rPr lang="en-US" sz="1600" b="1" kern="1200" dirty="0"/>
            <a:t>Imaging Report </a:t>
          </a:r>
          <a:r>
            <a:rPr lang="en-US" sz="1600" kern="1200" dirty="0"/>
            <a:t>R4 (R5) 2</a:t>
          </a:r>
          <a:r>
            <a:rPr lang="en-US" sz="1600" kern="1200" baseline="30000" dirty="0"/>
            <a:t>nd</a:t>
          </a:r>
          <a:r>
            <a:rPr lang="en-US" sz="1600" kern="1200" dirty="0"/>
            <a:t> ballot March 2026</a:t>
          </a:r>
        </a:p>
      </dsp:txBody>
      <dsp:txXfrm>
        <a:off x="0" y="2102168"/>
        <a:ext cx="7851391" cy="347760"/>
      </dsp:txXfrm>
    </dsp:sp>
    <dsp:sp modelId="{D4257C0B-63F3-4A1A-8F1B-BBEC1961AB46}">
      <dsp:nvSpPr>
        <dsp:cNvPr id="0" name=""/>
        <dsp:cNvSpPr/>
      </dsp:nvSpPr>
      <dsp:spPr>
        <a:xfrm>
          <a:off x="0" y="2449928"/>
          <a:ext cx="7851391" cy="41768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Xt-EHR </a:t>
          </a:r>
          <a:r>
            <a:rPr lang="en-US" sz="1800" b="1" kern="1200" dirty="0" err="1"/>
            <a:t>Projectathon</a:t>
          </a:r>
          <a:r>
            <a:rPr lang="en-US" sz="1800" b="1" kern="1200" dirty="0"/>
            <a:t> -  March 2026</a:t>
          </a:r>
        </a:p>
      </dsp:txBody>
      <dsp:txXfrm>
        <a:off x="20390" y="2470318"/>
        <a:ext cx="7810611" cy="376909"/>
      </dsp:txXfrm>
    </dsp:sp>
    <dsp:sp modelId="{F060D61A-F543-4E93-96B4-D0F543B30979}">
      <dsp:nvSpPr>
        <dsp:cNvPr id="0" name=""/>
        <dsp:cNvSpPr/>
      </dsp:nvSpPr>
      <dsp:spPr>
        <a:xfrm>
          <a:off x="0" y="2867618"/>
          <a:ext cx="7851391" cy="5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9282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HL7 Europe </a:t>
          </a:r>
          <a:r>
            <a:rPr lang="en-US" sz="1600" b="1" kern="1200" dirty="0"/>
            <a:t>European </a:t>
          </a:r>
          <a:r>
            <a:rPr lang="en-US" sz="1600" b="1" kern="1200"/>
            <a:t>Patient Summary </a:t>
          </a:r>
          <a:r>
            <a:rPr lang="en-US" sz="1600" kern="1200"/>
            <a:t>(R4)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HL7 Europe </a:t>
          </a:r>
          <a:r>
            <a:rPr lang="en-US" sz="1600" b="1" kern="1200" dirty="0"/>
            <a:t>Hospital Discharge Report  </a:t>
          </a:r>
          <a:r>
            <a:rPr lang="en-US" sz="1600" kern="1200" dirty="0"/>
            <a:t>(R4)</a:t>
          </a:r>
        </a:p>
      </dsp:txBody>
      <dsp:txXfrm>
        <a:off x="0" y="2867618"/>
        <a:ext cx="7851391" cy="521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55052-1A8A-4D8C-B373-DE826663B5E1}">
      <dsp:nvSpPr>
        <dsp:cNvPr id="0" name=""/>
        <dsp:cNvSpPr/>
      </dsp:nvSpPr>
      <dsp:spPr>
        <a:xfrm rot="10800000">
          <a:off x="1796645" y="1754"/>
          <a:ext cx="6729601" cy="406381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20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/>
            <a:t>Laboratory Report (2.0):  </a:t>
          </a:r>
          <a:r>
            <a:rPr lang="en-US" sz="1400" b="1" kern="1200" noProof="0" dirty="0">
              <a:solidFill>
                <a:srgbClr val="FFFF00"/>
              </a:solidFill>
            </a:rPr>
            <a:t>https://hl7.eu/fhir/laboratory</a:t>
          </a:r>
        </a:p>
      </dsp:txBody>
      <dsp:txXfrm rot="10800000">
        <a:off x="1898240" y="1754"/>
        <a:ext cx="6628006" cy="406381"/>
      </dsp:txXfrm>
    </dsp:sp>
    <dsp:sp modelId="{612A577A-2954-48A5-BEED-1C338F99FE15}">
      <dsp:nvSpPr>
        <dsp:cNvPr id="0" name=""/>
        <dsp:cNvSpPr/>
      </dsp:nvSpPr>
      <dsp:spPr>
        <a:xfrm>
          <a:off x="1593454" y="1754"/>
          <a:ext cx="406381" cy="406381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51C66D-4C4F-46B9-85B8-27AF7BA8752F}">
      <dsp:nvSpPr>
        <dsp:cNvPr id="0" name=""/>
        <dsp:cNvSpPr/>
      </dsp:nvSpPr>
      <dsp:spPr>
        <a:xfrm rot="10800000">
          <a:off x="1796645" y="512203"/>
          <a:ext cx="6729601" cy="406381"/>
        </a:xfrm>
        <a:prstGeom prst="homePlate">
          <a:avLst/>
        </a:prstGeom>
        <a:solidFill>
          <a:schemeClr val="bg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20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/>
            <a:t>Hospital Discharge Report (</a:t>
          </a:r>
          <a:r>
            <a:rPr lang="en-US" sz="1400" b="1" kern="1200" noProof="0" dirty="0" err="1"/>
            <a:t>xtehr</a:t>
          </a:r>
          <a:r>
            <a:rPr lang="en-US" sz="1400" b="1" kern="1200" noProof="0" dirty="0"/>
            <a:t>): </a:t>
          </a:r>
          <a:r>
            <a:rPr lang="en-US" sz="1400" b="1" kern="1200" noProof="0" dirty="0">
              <a:solidFill>
                <a:srgbClr val="FFFF00"/>
              </a:solidFill>
              <a:latin typeface="Arial"/>
              <a:ea typeface="+mn-ea"/>
              <a:cs typeface="+mn-cs"/>
            </a:rPr>
            <a:t>https://hl7.eu/fhir/hdr/xtehr</a:t>
          </a:r>
        </a:p>
      </dsp:txBody>
      <dsp:txXfrm rot="10800000">
        <a:off x="1898240" y="512203"/>
        <a:ext cx="6628006" cy="406381"/>
      </dsp:txXfrm>
    </dsp:sp>
    <dsp:sp modelId="{B66A9351-0BE0-42BA-8166-7667A0E6E517}">
      <dsp:nvSpPr>
        <dsp:cNvPr id="0" name=""/>
        <dsp:cNvSpPr/>
      </dsp:nvSpPr>
      <dsp:spPr>
        <a:xfrm>
          <a:off x="1593454" y="512203"/>
          <a:ext cx="406381" cy="406381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C83388-1D55-4169-9EA3-FE0A1F7DC2D5}">
      <dsp:nvSpPr>
        <dsp:cNvPr id="0" name=""/>
        <dsp:cNvSpPr/>
      </dsp:nvSpPr>
      <dsp:spPr>
        <a:xfrm rot="10800000">
          <a:off x="1796645" y="1022652"/>
          <a:ext cx="6729601" cy="406381"/>
        </a:xfrm>
        <a:prstGeom prst="homePlate">
          <a:avLst/>
        </a:prstGeom>
        <a:solidFill>
          <a:schemeClr val="bg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20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/>
            <a:t>European Patient Summary (</a:t>
          </a:r>
          <a:r>
            <a:rPr lang="en-US" sz="1400" b="1" kern="1200" noProof="0" dirty="0" err="1"/>
            <a:t>xtehr</a:t>
          </a:r>
          <a:r>
            <a:rPr lang="en-US" sz="1400" b="1" kern="1200" noProof="0" dirty="0"/>
            <a:t>): </a:t>
          </a:r>
          <a:r>
            <a:rPr lang="en-US" sz="1400" b="1" kern="1200" noProof="0" dirty="0">
              <a:solidFill>
                <a:srgbClr val="FFFF00"/>
              </a:solidFill>
              <a:latin typeface="Arial"/>
              <a:ea typeface="+mn-ea"/>
              <a:cs typeface="+mn-cs"/>
            </a:rPr>
            <a:t>https://hl7.eu/fhir/eps/</a:t>
          </a:r>
          <a:r>
            <a:rPr lang="en-US" sz="1400" b="1" kern="1200" noProof="0" dirty="0">
              <a:solidFill>
                <a:srgbClr val="FFFF00"/>
              </a:solidFill>
            </a:rPr>
            <a:t>xtehr</a:t>
          </a:r>
          <a:endParaRPr lang="en-US" sz="1400" b="1" kern="1200" noProof="0" dirty="0">
            <a:solidFill>
              <a:srgbClr val="FFFF00"/>
            </a:solidFill>
            <a:latin typeface="Arial"/>
            <a:ea typeface="+mn-ea"/>
            <a:cs typeface="+mn-cs"/>
          </a:endParaRPr>
        </a:p>
      </dsp:txBody>
      <dsp:txXfrm rot="10800000">
        <a:off x="1898240" y="1022652"/>
        <a:ext cx="6628006" cy="406381"/>
      </dsp:txXfrm>
    </dsp:sp>
    <dsp:sp modelId="{06F9A33D-7AF9-409B-AD95-171FDE74B427}">
      <dsp:nvSpPr>
        <dsp:cNvPr id="0" name=""/>
        <dsp:cNvSpPr/>
      </dsp:nvSpPr>
      <dsp:spPr>
        <a:xfrm>
          <a:off x="1593454" y="1022652"/>
          <a:ext cx="406381" cy="406381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A644FB-38B6-4437-9A05-0C368CF9D74C}">
      <dsp:nvSpPr>
        <dsp:cNvPr id="0" name=""/>
        <dsp:cNvSpPr/>
      </dsp:nvSpPr>
      <dsp:spPr>
        <a:xfrm rot="10800000">
          <a:off x="1796645" y="1533101"/>
          <a:ext cx="6729601" cy="406381"/>
        </a:xfrm>
        <a:prstGeom prst="homePlate">
          <a:avLst/>
        </a:prstGeom>
        <a:solidFill>
          <a:schemeClr val="bg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20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/>
            <a:t>Medical imaging Report (2.0 ballot): </a:t>
          </a:r>
          <a:r>
            <a:rPr lang="en-US" sz="1400" b="1" kern="1200" noProof="0" dirty="0">
              <a:solidFill>
                <a:srgbClr val="FFFF00"/>
              </a:solidFill>
              <a:latin typeface="Arial"/>
              <a:ea typeface="+mn-ea"/>
              <a:cs typeface="+mn-cs"/>
            </a:rPr>
            <a:t>https://hl7.eu/fhir/imaging</a:t>
          </a:r>
        </a:p>
      </dsp:txBody>
      <dsp:txXfrm rot="10800000">
        <a:off x="1898240" y="1533101"/>
        <a:ext cx="6628006" cy="406381"/>
      </dsp:txXfrm>
    </dsp:sp>
    <dsp:sp modelId="{DD13A69B-E5BF-4887-A338-FE48D50BC866}">
      <dsp:nvSpPr>
        <dsp:cNvPr id="0" name=""/>
        <dsp:cNvSpPr/>
      </dsp:nvSpPr>
      <dsp:spPr>
        <a:xfrm>
          <a:off x="1593454" y="1533101"/>
          <a:ext cx="406381" cy="406381"/>
        </a:xfrm>
        <a:prstGeom prst="ellipse">
          <a:avLst/>
        </a:prstGeom>
        <a:blipFill rotWithShape="1">
          <a:blip xmlns:r="http://schemas.openxmlformats.org/officeDocument/2006/relationships" r:embed="rId4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90347A-D9B0-4FC8-86DF-909FEE40DFDF}">
      <dsp:nvSpPr>
        <dsp:cNvPr id="0" name=""/>
        <dsp:cNvSpPr/>
      </dsp:nvSpPr>
      <dsp:spPr>
        <a:xfrm rot="10800000">
          <a:off x="1796645" y="2043550"/>
          <a:ext cx="6729601" cy="406381"/>
        </a:xfrm>
        <a:prstGeom prst="homePlate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20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/>
            <a:t>Medication Prescription &amp; Dispense (1.0): </a:t>
          </a:r>
          <a:r>
            <a:rPr lang="en-US" sz="1400" b="1" kern="1200" noProof="0" dirty="0">
              <a:solidFill>
                <a:srgbClr val="FFFF00"/>
              </a:solidFill>
              <a:latin typeface="Arial"/>
              <a:ea typeface="+mn-ea"/>
              <a:cs typeface="+mn-cs"/>
            </a:rPr>
            <a:t>https://hl7.eu/fhir/mpd; </a:t>
          </a:r>
        </a:p>
      </dsp:txBody>
      <dsp:txXfrm rot="10800000">
        <a:off x="1898240" y="2043550"/>
        <a:ext cx="6628006" cy="406381"/>
      </dsp:txXfrm>
    </dsp:sp>
    <dsp:sp modelId="{02F0ADE9-9A9F-4622-B9DE-15BB34F32B47}">
      <dsp:nvSpPr>
        <dsp:cNvPr id="0" name=""/>
        <dsp:cNvSpPr/>
      </dsp:nvSpPr>
      <dsp:spPr>
        <a:xfrm>
          <a:off x="1593454" y="2043550"/>
          <a:ext cx="406381" cy="406381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7703FC-6010-44C0-B7C8-C996D58859CD}">
      <dsp:nvSpPr>
        <dsp:cNvPr id="0" name=""/>
        <dsp:cNvSpPr/>
      </dsp:nvSpPr>
      <dsp:spPr>
        <a:xfrm rot="10800000">
          <a:off x="1796645" y="2553999"/>
          <a:ext cx="6729601" cy="406381"/>
        </a:xfrm>
        <a:prstGeom prst="homePlate">
          <a:avLst/>
        </a:prstGeom>
        <a:solidFill>
          <a:schemeClr val="accent4">
            <a:hueOff val="-3720641"/>
            <a:satOff val="22416"/>
            <a:lumOff val="179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20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  <a:latin typeface="Arial"/>
              <a:ea typeface="+mn-ea"/>
              <a:cs typeface="+mn-cs"/>
            </a:rPr>
            <a:t>Base and Core (2.0): </a:t>
          </a:r>
          <a:r>
            <a:rPr lang="en-US" sz="1400" b="1" kern="1200" noProof="0" dirty="0">
              <a:solidFill>
                <a:srgbClr val="FFFF00"/>
              </a:solidFill>
              <a:latin typeface="Arial"/>
              <a:ea typeface="+mn-ea"/>
              <a:cs typeface="+mn-cs"/>
            </a:rPr>
            <a:t>https://hl7.eu/fhir/base; </a:t>
          </a:r>
        </a:p>
      </dsp:txBody>
      <dsp:txXfrm rot="10800000">
        <a:off x="1898240" y="2553999"/>
        <a:ext cx="6628006" cy="406381"/>
      </dsp:txXfrm>
    </dsp:sp>
    <dsp:sp modelId="{956933A0-A24F-4A30-86B5-4050A1BD2A1D}">
      <dsp:nvSpPr>
        <dsp:cNvPr id="0" name=""/>
        <dsp:cNvSpPr/>
      </dsp:nvSpPr>
      <dsp:spPr>
        <a:xfrm>
          <a:off x="1593454" y="2553999"/>
          <a:ext cx="406381" cy="406381"/>
        </a:xfrm>
        <a:prstGeom prst="ellipse">
          <a:avLst/>
        </a:prstGeom>
        <a:blipFill rotWithShape="1">
          <a:blip xmlns:r="http://schemas.openxmlformats.org/officeDocument/2006/relationships" r:embed="rId6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A28C28-BEFE-410D-BBB9-C13FE77A4F2D}">
      <dsp:nvSpPr>
        <dsp:cNvPr id="0" name=""/>
        <dsp:cNvSpPr/>
      </dsp:nvSpPr>
      <dsp:spPr>
        <a:xfrm rot="10800000">
          <a:off x="1796645" y="3064447"/>
          <a:ext cx="6729601" cy="406381"/>
        </a:xfrm>
        <a:prstGeom prst="homePlate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20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/>
            <a:t>All CI-build: </a:t>
          </a:r>
          <a:r>
            <a:rPr lang="en-US" sz="1400" b="1" kern="1200" noProof="0" dirty="0">
              <a:solidFill>
                <a:srgbClr val="FFFF00"/>
              </a:solidFill>
              <a:latin typeface="Arial"/>
              <a:ea typeface="+mn-ea"/>
              <a:cs typeface="+mn-cs"/>
            </a:rPr>
            <a:t>https://build.fhir.org/hl7-eu</a:t>
          </a:r>
        </a:p>
      </dsp:txBody>
      <dsp:txXfrm rot="10800000">
        <a:off x="1898240" y="3064447"/>
        <a:ext cx="6628006" cy="406381"/>
      </dsp:txXfrm>
    </dsp:sp>
    <dsp:sp modelId="{858EF051-23C2-4D44-BD42-2C422F697264}">
      <dsp:nvSpPr>
        <dsp:cNvPr id="0" name=""/>
        <dsp:cNvSpPr/>
      </dsp:nvSpPr>
      <dsp:spPr>
        <a:xfrm>
          <a:off x="1593454" y="3064447"/>
          <a:ext cx="406381" cy="406381"/>
        </a:xfrm>
        <a:prstGeom prst="ellipse">
          <a:avLst/>
        </a:prstGeom>
        <a:blipFill rotWithShape="1">
          <a:blip xmlns:r="http://schemas.openxmlformats.org/officeDocument/2006/relationships" r:embed="rId7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FCA840-FC5A-4D1E-AF04-7462C5A4BD16}">
      <dsp:nvSpPr>
        <dsp:cNvPr id="0" name=""/>
        <dsp:cNvSpPr/>
      </dsp:nvSpPr>
      <dsp:spPr>
        <a:xfrm>
          <a:off x="0" y="1628001"/>
          <a:ext cx="8011481" cy="32888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0D07D-5819-4090-96B9-E4463B1A6CC4}">
      <dsp:nvSpPr>
        <dsp:cNvPr id="0" name=""/>
        <dsp:cNvSpPr/>
      </dsp:nvSpPr>
      <dsp:spPr>
        <a:xfrm>
          <a:off x="7846322" y="1512889"/>
          <a:ext cx="197333" cy="263111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22E092-79EA-4ABD-B8E8-34098FB498C6}">
      <dsp:nvSpPr>
        <dsp:cNvPr id="0" name=""/>
        <dsp:cNvSpPr/>
      </dsp:nvSpPr>
      <dsp:spPr>
        <a:xfrm>
          <a:off x="405041" y="749867"/>
          <a:ext cx="1605872" cy="763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HL7 EU </a:t>
          </a:r>
          <a:r>
            <a:rPr lang="en-US" sz="1200" b="1" kern="1200" dirty="0"/>
            <a:t>MPD</a:t>
          </a:r>
          <a:r>
            <a:rPr lang="en-US" sz="1200" kern="1200" dirty="0"/>
            <a:t> Publication</a:t>
          </a:r>
        </a:p>
      </dsp:txBody>
      <dsp:txXfrm>
        <a:off x="405041" y="749867"/>
        <a:ext cx="1605872" cy="763022"/>
      </dsp:txXfrm>
    </dsp:sp>
    <dsp:sp modelId="{8690BA96-D9F8-4188-BF5A-DE942B35B77D}">
      <dsp:nvSpPr>
        <dsp:cNvPr id="0" name=""/>
        <dsp:cNvSpPr/>
      </dsp:nvSpPr>
      <dsp:spPr>
        <a:xfrm>
          <a:off x="405041" y="355200"/>
          <a:ext cx="1605872" cy="39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May ‘26</a:t>
          </a:r>
        </a:p>
      </dsp:txBody>
      <dsp:txXfrm>
        <a:off x="405041" y="355200"/>
        <a:ext cx="1605872" cy="394666"/>
      </dsp:txXfrm>
    </dsp:sp>
    <dsp:sp modelId="{46E2150E-D9DE-417C-9DB0-6F10065E4C00}">
      <dsp:nvSpPr>
        <dsp:cNvPr id="0" name=""/>
        <dsp:cNvSpPr/>
      </dsp:nvSpPr>
      <dsp:spPr>
        <a:xfrm>
          <a:off x="189862" y="328889"/>
          <a:ext cx="25315" cy="131555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B0ABFC-93AA-4C1F-80FE-C93733851B4C}">
      <dsp:nvSpPr>
        <dsp:cNvPr id="0" name=""/>
        <dsp:cNvSpPr/>
      </dsp:nvSpPr>
      <dsp:spPr>
        <a:xfrm>
          <a:off x="1410498" y="2315379"/>
          <a:ext cx="1605872" cy="618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HL7 EU </a:t>
          </a:r>
          <a:r>
            <a:rPr lang="en-US" sz="1200" b="1" kern="1200" dirty="0"/>
            <a:t>EPS</a:t>
          </a:r>
          <a:r>
            <a:rPr lang="en-US" sz="1200" kern="1200" dirty="0"/>
            <a:t> Ballot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Imaging Report </a:t>
          </a:r>
          <a:r>
            <a:rPr lang="en-US" sz="1200" kern="1200"/>
            <a:t>Publication</a:t>
          </a:r>
          <a:endParaRPr lang="en-US" sz="1200" kern="1200" dirty="0"/>
        </a:p>
      </dsp:txBody>
      <dsp:txXfrm>
        <a:off x="1410498" y="2315379"/>
        <a:ext cx="1605872" cy="618311"/>
      </dsp:txXfrm>
    </dsp:sp>
    <dsp:sp modelId="{5EBF1ADF-6AD4-4F8C-BBB1-67D503CF0B76}">
      <dsp:nvSpPr>
        <dsp:cNvPr id="0" name=""/>
        <dsp:cNvSpPr/>
      </dsp:nvSpPr>
      <dsp:spPr>
        <a:xfrm>
          <a:off x="1410498" y="1907556"/>
          <a:ext cx="1605872" cy="407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June ‘26</a:t>
          </a:r>
        </a:p>
      </dsp:txBody>
      <dsp:txXfrm>
        <a:off x="1410498" y="1907556"/>
        <a:ext cx="1605872" cy="407822"/>
      </dsp:txXfrm>
    </dsp:sp>
    <dsp:sp modelId="{9DDD7034-8671-4112-A6C4-56749D8352D0}">
      <dsp:nvSpPr>
        <dsp:cNvPr id="0" name=""/>
        <dsp:cNvSpPr/>
      </dsp:nvSpPr>
      <dsp:spPr>
        <a:xfrm>
          <a:off x="1195319" y="1644445"/>
          <a:ext cx="25315" cy="131555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557017-A691-4C9D-8CFD-9811546A19D4}">
      <dsp:nvSpPr>
        <dsp:cNvPr id="0" name=""/>
        <dsp:cNvSpPr/>
      </dsp:nvSpPr>
      <dsp:spPr>
        <a:xfrm>
          <a:off x="136701" y="1578626"/>
          <a:ext cx="131638" cy="1316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05285C-01ED-47B1-9339-E60D1B234140}">
      <dsp:nvSpPr>
        <dsp:cNvPr id="0" name=""/>
        <dsp:cNvSpPr/>
      </dsp:nvSpPr>
      <dsp:spPr>
        <a:xfrm>
          <a:off x="1142158" y="1578626"/>
          <a:ext cx="131638" cy="1316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337A5C-75E0-45A7-9D3D-4321FB231686}">
      <dsp:nvSpPr>
        <dsp:cNvPr id="0" name=""/>
        <dsp:cNvSpPr/>
      </dsp:nvSpPr>
      <dsp:spPr>
        <a:xfrm>
          <a:off x="2415955" y="749867"/>
          <a:ext cx="1605872" cy="763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HL7 EU </a:t>
          </a:r>
          <a:r>
            <a:rPr lang="en-US" sz="1200" b="1" kern="1200" dirty="0"/>
            <a:t>EPS</a:t>
          </a:r>
          <a:r>
            <a:rPr lang="en-US" sz="1200" kern="1200" dirty="0"/>
            <a:t> Published</a:t>
          </a:r>
        </a:p>
      </dsp:txBody>
      <dsp:txXfrm>
        <a:off x="2415955" y="749867"/>
        <a:ext cx="1605872" cy="763022"/>
      </dsp:txXfrm>
    </dsp:sp>
    <dsp:sp modelId="{FCB31FB4-4B51-45AD-BE6C-6167526EAC0C}">
      <dsp:nvSpPr>
        <dsp:cNvPr id="0" name=""/>
        <dsp:cNvSpPr/>
      </dsp:nvSpPr>
      <dsp:spPr>
        <a:xfrm>
          <a:off x="2415955" y="355200"/>
          <a:ext cx="1605872" cy="39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July ’26</a:t>
          </a:r>
        </a:p>
      </dsp:txBody>
      <dsp:txXfrm>
        <a:off x="2415955" y="355200"/>
        <a:ext cx="1605872" cy="394666"/>
      </dsp:txXfrm>
    </dsp:sp>
    <dsp:sp modelId="{20C6349C-1ABC-4D95-88AE-8418BBBA29CE}">
      <dsp:nvSpPr>
        <dsp:cNvPr id="0" name=""/>
        <dsp:cNvSpPr/>
      </dsp:nvSpPr>
      <dsp:spPr>
        <a:xfrm>
          <a:off x="2200776" y="328889"/>
          <a:ext cx="25315" cy="131555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343219-F048-4C49-A1DC-85F9A7E26B82}">
      <dsp:nvSpPr>
        <dsp:cNvPr id="0" name=""/>
        <dsp:cNvSpPr/>
      </dsp:nvSpPr>
      <dsp:spPr>
        <a:xfrm>
          <a:off x="3421412" y="2315379"/>
          <a:ext cx="1605872" cy="618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HL7 Europe </a:t>
          </a:r>
          <a:r>
            <a:rPr lang="en-US" sz="1200" b="1" kern="1200" dirty="0"/>
            <a:t>HDR</a:t>
          </a:r>
          <a:r>
            <a:rPr lang="en-US" sz="1200" kern="1200" dirty="0"/>
            <a:t> Published</a:t>
          </a:r>
        </a:p>
      </dsp:txBody>
      <dsp:txXfrm>
        <a:off x="3421412" y="2315379"/>
        <a:ext cx="1605872" cy="618311"/>
      </dsp:txXfrm>
    </dsp:sp>
    <dsp:sp modelId="{342F2F64-EBBE-47EE-8DCC-8EA63C1EF229}">
      <dsp:nvSpPr>
        <dsp:cNvPr id="0" name=""/>
        <dsp:cNvSpPr/>
      </dsp:nvSpPr>
      <dsp:spPr>
        <a:xfrm>
          <a:off x="3421412" y="1907556"/>
          <a:ext cx="1605872" cy="407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Sept. ’26</a:t>
          </a:r>
        </a:p>
      </dsp:txBody>
      <dsp:txXfrm>
        <a:off x="3421412" y="1907556"/>
        <a:ext cx="1605872" cy="407822"/>
      </dsp:txXfrm>
    </dsp:sp>
    <dsp:sp modelId="{D068CB3B-85EE-4DEE-803E-3B4C4E25917E}">
      <dsp:nvSpPr>
        <dsp:cNvPr id="0" name=""/>
        <dsp:cNvSpPr/>
      </dsp:nvSpPr>
      <dsp:spPr>
        <a:xfrm>
          <a:off x="3206233" y="1644445"/>
          <a:ext cx="25315" cy="131555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E8BF1A-AB24-4861-AD54-7F3E1E78A0DF}">
      <dsp:nvSpPr>
        <dsp:cNvPr id="0" name=""/>
        <dsp:cNvSpPr/>
      </dsp:nvSpPr>
      <dsp:spPr>
        <a:xfrm>
          <a:off x="2147615" y="1578626"/>
          <a:ext cx="131638" cy="1316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DE2A40-F9C2-44D4-A9D1-7B7E13655198}">
      <dsp:nvSpPr>
        <dsp:cNvPr id="0" name=""/>
        <dsp:cNvSpPr/>
      </dsp:nvSpPr>
      <dsp:spPr>
        <a:xfrm>
          <a:off x="3153072" y="1578626"/>
          <a:ext cx="131638" cy="1316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1E8CC7-D1A6-42B9-A51B-C5636398796E}">
      <dsp:nvSpPr>
        <dsp:cNvPr id="0" name=""/>
        <dsp:cNvSpPr/>
      </dsp:nvSpPr>
      <dsp:spPr>
        <a:xfrm>
          <a:off x="4426869" y="749867"/>
          <a:ext cx="1605872" cy="763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 dirty="0" err="1"/>
            <a:t>Impl</a:t>
          </a:r>
          <a:r>
            <a:rPr lang="en-US" sz="1200" i="1" kern="1200" dirty="0"/>
            <a:t>. Act art 15 aligned FHIR IG ballot (as needed, depending on EC delivery)</a:t>
          </a:r>
        </a:p>
      </dsp:txBody>
      <dsp:txXfrm>
        <a:off x="4426869" y="749867"/>
        <a:ext cx="1605872" cy="763022"/>
      </dsp:txXfrm>
    </dsp:sp>
    <dsp:sp modelId="{F7E050D3-A2EE-4DE8-B59A-79AD213FD3B3}">
      <dsp:nvSpPr>
        <dsp:cNvPr id="0" name=""/>
        <dsp:cNvSpPr/>
      </dsp:nvSpPr>
      <dsp:spPr>
        <a:xfrm>
          <a:off x="4426869" y="355200"/>
          <a:ext cx="1605872" cy="39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>
              <a:solidFill>
                <a:schemeClr val="bg1">
                  <a:lumMod val="75000"/>
                </a:schemeClr>
              </a:solidFill>
            </a:rPr>
            <a:t>Oct. ’26</a:t>
          </a:r>
        </a:p>
      </dsp:txBody>
      <dsp:txXfrm>
        <a:off x="4426869" y="355200"/>
        <a:ext cx="1605872" cy="394666"/>
      </dsp:txXfrm>
    </dsp:sp>
    <dsp:sp modelId="{BDFFDCE9-47E8-4D9D-9110-C22D91BB6D2F}">
      <dsp:nvSpPr>
        <dsp:cNvPr id="0" name=""/>
        <dsp:cNvSpPr/>
      </dsp:nvSpPr>
      <dsp:spPr>
        <a:xfrm>
          <a:off x="4211690" y="328889"/>
          <a:ext cx="25315" cy="131555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F3C809-3E5E-48C7-9D1C-273B9A91BED6}">
      <dsp:nvSpPr>
        <dsp:cNvPr id="0" name=""/>
        <dsp:cNvSpPr/>
      </dsp:nvSpPr>
      <dsp:spPr>
        <a:xfrm>
          <a:off x="5432326" y="2315379"/>
          <a:ext cx="1605872" cy="618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 dirty="0"/>
            <a:t>All FHIR IG published as and if needed)</a:t>
          </a:r>
        </a:p>
      </dsp:txBody>
      <dsp:txXfrm>
        <a:off x="5432326" y="2315379"/>
        <a:ext cx="1605872" cy="618311"/>
      </dsp:txXfrm>
    </dsp:sp>
    <dsp:sp modelId="{E24A69EC-9B60-4C15-AECE-72F110075FE1}">
      <dsp:nvSpPr>
        <dsp:cNvPr id="0" name=""/>
        <dsp:cNvSpPr/>
      </dsp:nvSpPr>
      <dsp:spPr>
        <a:xfrm>
          <a:off x="5432326" y="1907556"/>
          <a:ext cx="1605872" cy="407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>
              <a:solidFill>
                <a:schemeClr val="bg1">
                  <a:lumMod val="75000"/>
                </a:schemeClr>
              </a:solidFill>
            </a:rPr>
            <a:t>Dec ’26</a:t>
          </a:r>
        </a:p>
      </dsp:txBody>
      <dsp:txXfrm>
        <a:off x="5432326" y="1907556"/>
        <a:ext cx="1605872" cy="407822"/>
      </dsp:txXfrm>
    </dsp:sp>
    <dsp:sp modelId="{F87FA524-19B5-4CA4-BE57-44D4ACEDB0BC}">
      <dsp:nvSpPr>
        <dsp:cNvPr id="0" name=""/>
        <dsp:cNvSpPr/>
      </dsp:nvSpPr>
      <dsp:spPr>
        <a:xfrm>
          <a:off x="5217147" y="1644445"/>
          <a:ext cx="25315" cy="131555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56BEC-492A-4D50-B9F7-78C0773B4385}">
      <dsp:nvSpPr>
        <dsp:cNvPr id="0" name=""/>
        <dsp:cNvSpPr/>
      </dsp:nvSpPr>
      <dsp:spPr>
        <a:xfrm>
          <a:off x="4158529" y="1578626"/>
          <a:ext cx="131638" cy="1316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0C46E6-2B04-42EA-B7DF-1A241A44FAB5}">
      <dsp:nvSpPr>
        <dsp:cNvPr id="0" name=""/>
        <dsp:cNvSpPr/>
      </dsp:nvSpPr>
      <dsp:spPr>
        <a:xfrm>
          <a:off x="5163986" y="1578626"/>
          <a:ext cx="131638" cy="1316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DC8E7-0D61-4F21-B391-68996A2F4236}">
      <dsp:nvSpPr>
        <dsp:cNvPr id="0" name=""/>
        <dsp:cNvSpPr/>
      </dsp:nvSpPr>
      <dsp:spPr>
        <a:xfrm>
          <a:off x="6437783" y="749867"/>
          <a:ext cx="1605872" cy="763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0" kern="1200" dirty="0"/>
            <a:t>Implementing Act</a:t>
          </a:r>
        </a:p>
      </dsp:txBody>
      <dsp:txXfrm>
        <a:off x="6437783" y="749867"/>
        <a:ext cx="1605872" cy="763022"/>
      </dsp:txXfrm>
    </dsp:sp>
    <dsp:sp modelId="{70C39993-84EC-4EB6-B89C-450A9DE76CF7}">
      <dsp:nvSpPr>
        <dsp:cNvPr id="0" name=""/>
        <dsp:cNvSpPr/>
      </dsp:nvSpPr>
      <dsp:spPr>
        <a:xfrm>
          <a:off x="6437783" y="355200"/>
          <a:ext cx="1605872" cy="39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i="0" kern="1200" dirty="0"/>
            <a:t>March ’27</a:t>
          </a:r>
        </a:p>
      </dsp:txBody>
      <dsp:txXfrm>
        <a:off x="6437783" y="355200"/>
        <a:ext cx="1605872" cy="394666"/>
      </dsp:txXfrm>
    </dsp:sp>
    <dsp:sp modelId="{D5A6FE27-F71D-4601-8FAD-CB2B58860BBF}">
      <dsp:nvSpPr>
        <dsp:cNvPr id="0" name=""/>
        <dsp:cNvSpPr/>
      </dsp:nvSpPr>
      <dsp:spPr>
        <a:xfrm>
          <a:off x="6222604" y="328889"/>
          <a:ext cx="25315" cy="131555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93AAA0-7512-4380-A3B3-73F97DEBFD65}">
      <dsp:nvSpPr>
        <dsp:cNvPr id="0" name=""/>
        <dsp:cNvSpPr/>
      </dsp:nvSpPr>
      <dsp:spPr>
        <a:xfrm>
          <a:off x="6169443" y="1578626"/>
          <a:ext cx="131638" cy="1316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A1C933-A3A7-4819-936C-08BC92B92F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7D131-690E-4A4C-981C-5576EB4502F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1BCE7D1B-E2D6-42EC-A46F-6B8D8AB722EA}" type="datetime1">
              <a:rPr lang="en-US" altLang="en-US"/>
              <a:pPr/>
              <a:t>6/15/2026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D8EA6-9C86-4F7F-B7C5-070E4D9F8F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6D92A-0A5F-4AA1-95B8-1326F4D535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DEE606E1-2B5C-4ABE-86A7-571D882BB723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7166A2-FEF6-4EC8-84B3-A76311A6FF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67BC3C-A21A-48F0-A2C9-8D7DD406C7B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60D4D74E-7671-46E5-9A5B-14F31A4C0D2E}" type="datetime1">
              <a:rPr lang="en-US" altLang="en-US"/>
              <a:pPr/>
              <a:t>6/15/2026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9E93702-94BE-4671-89D2-9C4D526405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8EB7E0D-EC1C-459D-9D11-7E7BC045C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7DDC7-F62A-471B-8BFE-AA3887246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0F202-6235-4914-8937-DCBF6EA68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CF4A7F80-F256-4EC8-A9CC-1A842C6C5143}" type="slidenum">
              <a:rPr lang="en-US" altLang="en-US"/>
              <a:pPr/>
              <a:t>‹N›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pitchFamily="-126" charset="-128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pitchFamily="-126" charset="-128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pitchFamily="-126" charset="-128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pitchFamily="-126" charset="-128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pitchFamily="-126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03CD9-490F-DCDC-778A-EFB391E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83B2AA0-6369-7489-1AB1-9EAC370D0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5BF6743-CF04-816B-C851-FFC1ECF4C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8150" indent="-1981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This includes the HL7 FHIR Implementation Guides (IGs) which will hopefully serve as the foundation for the future European EHR </a:t>
            </a:r>
            <a:r>
              <a:rPr lang="en-US" err="1"/>
              <a:t>eXchange</a:t>
            </a:r>
            <a:r>
              <a:rPr lang="en-US"/>
              <a:t> Format (EEHRxF)</a:t>
            </a:r>
          </a:p>
          <a:p>
            <a:pPr marL="693527" lvl="1" indent="-198150">
              <a:spcBef>
                <a:spcPts val="0"/>
              </a:spcBef>
              <a:buSzPts val="2400"/>
              <a:buChar char="•"/>
            </a:pPr>
            <a:r>
              <a:rPr lang="en-US" sz="2600"/>
              <a:t>EU Base/Core profiles, </a:t>
            </a:r>
          </a:p>
          <a:p>
            <a:pPr marL="693527" lvl="1" indent="-198150">
              <a:spcBef>
                <a:spcPts val="0"/>
              </a:spcBef>
              <a:buSzPts val="2400"/>
              <a:buChar char="•"/>
            </a:pPr>
            <a:r>
              <a:rPr lang="en-US" sz="2600"/>
              <a:t>EU Laboratory Report, </a:t>
            </a:r>
          </a:p>
          <a:p>
            <a:pPr marL="693527" lvl="1" indent="-198150">
              <a:spcBef>
                <a:spcPts val="0"/>
              </a:spcBef>
              <a:buSzPts val="2400"/>
              <a:buChar char="•"/>
            </a:pPr>
            <a:r>
              <a:rPr lang="en-US" sz="2600"/>
              <a:t>EU Hospital Discharge Report, </a:t>
            </a:r>
          </a:p>
          <a:p>
            <a:pPr marL="693527" lvl="1" indent="-198150">
              <a:spcBef>
                <a:spcPts val="0"/>
              </a:spcBef>
              <a:buSzPts val="2400"/>
              <a:buChar char="•"/>
            </a:pPr>
            <a:r>
              <a:rPr lang="en-US" sz="2600"/>
              <a:t>EU Medication Prescription and Dispense, </a:t>
            </a:r>
          </a:p>
          <a:p>
            <a:pPr marL="693527" lvl="1" indent="-198150">
              <a:spcBef>
                <a:spcPts val="0"/>
              </a:spcBef>
              <a:buSzPts val="2400"/>
              <a:buChar char="•"/>
            </a:pPr>
            <a:r>
              <a:rPr lang="en-US" sz="2600"/>
              <a:t>EU Patient Summary, </a:t>
            </a:r>
          </a:p>
          <a:p>
            <a:pPr marL="693527" lvl="1" indent="-198150">
              <a:spcBef>
                <a:spcPts val="0"/>
              </a:spcBef>
              <a:buSzPts val="2400"/>
              <a:buChar char="•"/>
            </a:pPr>
            <a:r>
              <a:rPr lang="en-US" sz="2600"/>
              <a:t>and EU Imaging Report</a:t>
            </a:r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F82027E-D741-9291-B1F9-8F8B8F1BD3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>
                <a:spcBef>
                  <a:spcPts val="0"/>
                </a:spcBef>
                <a:spcAft>
                  <a:spcPts val="0"/>
                </a:spcAft>
              </a:pPr>
              <a:t>1</a:t>
            </a:fld>
            <a:endParaRPr lang="en-US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2484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Following the timeline priority the first in line has been the Laboratory report for which we can assert today that the strategy described has been applied.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F4A7F80-F256-4EC8-A9CC-1A842C6C5143}" type="slidenum">
              <a:rPr kumimoji="0" lang="en-US" alt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4073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29 EU countries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A7F80-F256-4EC8-A9CC-1A842C6C5143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8137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02327-0F9F-94AB-FD1B-D2B2B5B05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C8CA6CB-1BCD-67D3-EBDB-5D094A3A3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E286431-A298-43F6-B991-E696D695E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This includes the HL7 FHIR Implementation Guides (IGs) which will hopefully serve as the foundation for the future European EHR </a:t>
            </a:r>
            <a:r>
              <a:rPr lang="en-US" err="1"/>
              <a:t>eXchange</a:t>
            </a:r>
            <a:r>
              <a:rPr lang="en-US"/>
              <a:t> Format (EEHRxF)</a:t>
            </a:r>
          </a:p>
          <a:p>
            <a:pPr marL="640080" lvl="1" indent="-182880">
              <a:spcBef>
                <a:spcPts val="0"/>
              </a:spcBef>
              <a:buSzPts val="2400"/>
              <a:buChar char="•"/>
            </a:pPr>
            <a:r>
              <a:rPr lang="en-US" sz="2400"/>
              <a:t>EU Base/Core profiles, </a:t>
            </a:r>
          </a:p>
          <a:p>
            <a:pPr marL="640080" lvl="1" indent="-182880">
              <a:spcBef>
                <a:spcPts val="0"/>
              </a:spcBef>
              <a:buSzPts val="2400"/>
              <a:buChar char="•"/>
            </a:pPr>
            <a:r>
              <a:rPr lang="en-US" sz="2400"/>
              <a:t>EU Laboratory Report, </a:t>
            </a:r>
          </a:p>
          <a:p>
            <a:pPr marL="640080" lvl="1" indent="-182880">
              <a:spcBef>
                <a:spcPts val="0"/>
              </a:spcBef>
              <a:buSzPts val="2400"/>
              <a:buChar char="•"/>
            </a:pPr>
            <a:r>
              <a:rPr lang="en-US" sz="2400"/>
              <a:t>EU Hospital Discharge Report, </a:t>
            </a:r>
          </a:p>
          <a:p>
            <a:pPr marL="640080" lvl="1" indent="-182880">
              <a:spcBef>
                <a:spcPts val="0"/>
              </a:spcBef>
              <a:buSzPts val="2400"/>
              <a:buChar char="•"/>
            </a:pPr>
            <a:r>
              <a:rPr lang="en-US" sz="2400"/>
              <a:t>EU Medication Prescription and Dispense, </a:t>
            </a:r>
          </a:p>
          <a:p>
            <a:pPr marL="640080" lvl="1" indent="-182880">
              <a:spcBef>
                <a:spcPts val="0"/>
              </a:spcBef>
              <a:buSzPts val="2400"/>
              <a:buChar char="•"/>
            </a:pPr>
            <a:r>
              <a:rPr lang="en-US" sz="2400"/>
              <a:t>EU Patient Summary, </a:t>
            </a:r>
          </a:p>
          <a:p>
            <a:pPr marL="640080" lvl="1" indent="-182880">
              <a:spcBef>
                <a:spcPts val="0"/>
              </a:spcBef>
              <a:buSzPts val="2400"/>
              <a:buChar char="•"/>
            </a:pPr>
            <a:r>
              <a:rPr lang="en-US" sz="2400"/>
              <a:t>and EU Imaging Report</a:t>
            </a:r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BCB9017-56BA-9DA1-50C2-2D4FA44800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0272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DE7049-8656-4A52-909A-CA015733F8B7}"/>
              </a:ext>
            </a:extLst>
          </p:cNvPr>
          <p:cNvSpPr/>
          <p:nvPr/>
        </p:nvSpPr>
        <p:spPr>
          <a:xfrm>
            <a:off x="457200" y="0"/>
            <a:ext cx="5703888" cy="5143500"/>
          </a:xfrm>
          <a:prstGeom prst="rect">
            <a:avLst/>
          </a:prstGeom>
          <a:solidFill>
            <a:srgbClr val="BAB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9C8297-3E7F-4E22-8269-869CEA5AABB8}"/>
              </a:ext>
            </a:extLst>
          </p:cNvPr>
          <p:cNvCxnSpPr/>
          <p:nvPr/>
        </p:nvCxnSpPr>
        <p:spPr>
          <a:xfrm>
            <a:off x="833438" y="874713"/>
            <a:ext cx="0" cy="2125662"/>
          </a:xfrm>
          <a:prstGeom prst="line">
            <a:avLst/>
          </a:prstGeom>
          <a:ln w="635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0870" y="895551"/>
            <a:ext cx="4738447" cy="1151670"/>
          </a:xfrm>
        </p:spPr>
        <p:txBody>
          <a:bodyPr anchor="b">
            <a:noAutofit/>
          </a:bodyPr>
          <a:lstStyle>
            <a:lvl1pPr algn="l">
              <a:defRPr sz="3000" b="1" i="0" spc="12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0870" y="2287197"/>
            <a:ext cx="4620061" cy="877213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rgbClr val="EC2227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1181100" y="3721208"/>
            <a:ext cx="4506338" cy="412750"/>
          </a:xfrm>
        </p:spPr>
        <p:txBody>
          <a:bodyPr anchor="b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E2087E9-637C-4C09-8985-3BAE95EB3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1563" y="4827588"/>
            <a:ext cx="4729162" cy="15716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altLang="en-US"/>
              <a:t>® Health Level Seven and HL7 are registered trademarks of Health Level Seven International, registered with the United States Patent and Trademark Office.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EAF7E73-D995-4378-86E2-E0B1F5C1F622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181100" y="4252913"/>
            <a:ext cx="1304925" cy="207962"/>
          </a:xfrm>
        </p:spPr>
        <p:txBody>
          <a:bodyPr lIns="0" tIns="0" rIns="0" bIns="0" anchor="b">
            <a:noAutofit/>
          </a:bodyPr>
          <a:lstStyle>
            <a:lvl1pPr>
              <a:defRPr sz="1800"/>
            </a:lvl1pPr>
          </a:lstStyle>
          <a:p>
            <a:endParaRPr lang="en-US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15DFA1-AC77-449A-9371-687514DCEB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11362" y="2082468"/>
            <a:ext cx="1975438" cy="128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845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772DE4-7B37-4BBF-9A7D-6A9C4C776CAE}"/>
              </a:ext>
            </a:extLst>
          </p:cNvPr>
          <p:cNvSpPr/>
          <p:nvPr/>
        </p:nvSpPr>
        <p:spPr>
          <a:xfrm>
            <a:off x="0" y="725488"/>
            <a:ext cx="9144000" cy="2343150"/>
          </a:xfrm>
          <a:prstGeom prst="rect">
            <a:avLst/>
          </a:prstGeom>
          <a:solidFill>
            <a:srgbClr val="BAB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FCBA1A-7FAD-4191-9B4F-C104C0F01C31}"/>
              </a:ext>
            </a:extLst>
          </p:cNvPr>
          <p:cNvCxnSpPr/>
          <p:nvPr/>
        </p:nvCxnSpPr>
        <p:spPr>
          <a:xfrm>
            <a:off x="979488" y="4638675"/>
            <a:ext cx="0" cy="382588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36367C-A9EE-4A42-8187-82709238888C}"/>
              </a:ext>
            </a:extLst>
          </p:cNvPr>
          <p:cNvCxnSpPr/>
          <p:nvPr/>
        </p:nvCxnSpPr>
        <p:spPr>
          <a:xfrm>
            <a:off x="8439150" y="4787900"/>
            <a:ext cx="344488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6E5EE3-C0A6-45E3-B498-80B24E58FEBC}"/>
              </a:ext>
            </a:extLst>
          </p:cNvPr>
          <p:cNvCxnSpPr/>
          <p:nvPr/>
        </p:nvCxnSpPr>
        <p:spPr>
          <a:xfrm>
            <a:off x="457200" y="1090613"/>
            <a:ext cx="0" cy="1612900"/>
          </a:xfrm>
          <a:prstGeom prst="line">
            <a:avLst/>
          </a:prstGeom>
          <a:ln w="635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880485"/>
            <a:ext cx="8061346" cy="203312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 cap="all" spc="12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70F17B-552A-4993-A6F0-1A6FE33587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altLang="en-US"/>
              <a:t>® Health Level Seven and HL7 are registered trademarks of Health Level Seven International, registered with the United States Patent and Trademark Office.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B0BA930-B0EF-47CE-BD25-2934A0B21E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‹N›</a:t>
            </a:fld>
            <a:endParaRPr lang="en-US" altLang="en-US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069B36AA-77A1-4628-89A6-50CD6A9A07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10" y="4612147"/>
            <a:ext cx="668848" cy="43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414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/About HL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D5359A-71C1-4F1C-B937-058A7F7778DA}"/>
              </a:ext>
            </a:extLst>
          </p:cNvPr>
          <p:cNvSpPr/>
          <p:nvPr/>
        </p:nvSpPr>
        <p:spPr>
          <a:xfrm>
            <a:off x="0" y="1531938"/>
            <a:ext cx="9144000" cy="2876550"/>
          </a:xfrm>
          <a:prstGeom prst="rect">
            <a:avLst/>
          </a:prstGeom>
          <a:solidFill>
            <a:srgbClr val="747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0B05C8-4022-441A-BAD6-C4F6F037728A}"/>
              </a:ext>
            </a:extLst>
          </p:cNvPr>
          <p:cNvCxnSpPr/>
          <p:nvPr/>
        </p:nvCxnSpPr>
        <p:spPr>
          <a:xfrm>
            <a:off x="8439150" y="4787900"/>
            <a:ext cx="344488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27EDEA-85E0-43BD-98D1-4E2C554ABAE4}"/>
              </a:ext>
            </a:extLst>
          </p:cNvPr>
          <p:cNvCxnSpPr/>
          <p:nvPr/>
        </p:nvCxnSpPr>
        <p:spPr>
          <a:xfrm>
            <a:off x="457200" y="206375"/>
            <a:ext cx="0" cy="782638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D470BA-76EF-4922-A11C-1E9C54F2E6F8}"/>
              </a:ext>
            </a:extLst>
          </p:cNvPr>
          <p:cNvCxnSpPr/>
          <p:nvPr/>
        </p:nvCxnSpPr>
        <p:spPr>
          <a:xfrm>
            <a:off x="979488" y="4638675"/>
            <a:ext cx="0" cy="382588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647" y="205979"/>
            <a:ext cx="8073153" cy="782327"/>
          </a:xfrm>
        </p:spPr>
        <p:txBody>
          <a:bodyPr>
            <a:noAutofit/>
          </a:bodyPr>
          <a:lstStyle>
            <a:lvl1pPr algn="l">
              <a:defRPr sz="3000" b="1" i="0" spc="20">
                <a:solidFill>
                  <a:srgbClr val="EC2227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647" y="1803660"/>
            <a:ext cx="3804608" cy="2454686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spcBef>
                <a:spcPts val="600"/>
              </a:spcBef>
              <a:spcAft>
                <a:spcPts val="0"/>
              </a:spcAft>
              <a:defRPr sz="2000"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spcAft>
                <a:spcPts val="0"/>
              </a:spcAft>
              <a:defRPr sz="2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0"/>
              </a:spcAft>
              <a:defRPr sz="2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3"/>
          </p:nvPr>
        </p:nvSpPr>
        <p:spPr>
          <a:xfrm>
            <a:off x="4914508" y="1803660"/>
            <a:ext cx="3836865" cy="2454686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spcBef>
                <a:spcPts val="600"/>
              </a:spcBef>
              <a:spcAft>
                <a:spcPts val="0"/>
              </a:spcAft>
              <a:defRPr sz="2000"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spcAft>
                <a:spcPts val="0"/>
              </a:spcAft>
              <a:defRPr sz="2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0"/>
              </a:spcAft>
              <a:defRPr sz="2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D20141A-4FA4-48A5-B8B0-A6FE3DF332C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altLang="en-US"/>
              <a:t>® Health Level Seven and HL7 are registered trademarks of Health Level Seven International, registered with the United States Patent and Trademark Office.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6ABB509-49AB-4DD7-B336-5BAB90F0F8E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80FE7E51-F963-4A79-BD38-9599E25285F3}" type="slidenum">
              <a:rPr lang="en-US" altLang="en-US"/>
              <a:pPr/>
              <a:t>‹N›</a:t>
            </a:fld>
            <a:endParaRPr lang="en-US" altLang="en-US"/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67F82BA1-A8A4-45CD-BED2-1CE0D000D3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0030" y="4640723"/>
            <a:ext cx="611983" cy="3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429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2FF2DA-1FD2-477F-BB04-FB1BB2E3C6E5}"/>
              </a:ext>
            </a:extLst>
          </p:cNvPr>
          <p:cNvCxnSpPr/>
          <p:nvPr/>
        </p:nvCxnSpPr>
        <p:spPr>
          <a:xfrm>
            <a:off x="979488" y="4638675"/>
            <a:ext cx="0" cy="382588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940B50-2547-4E39-80BA-705F40454E9C}"/>
              </a:ext>
            </a:extLst>
          </p:cNvPr>
          <p:cNvCxnSpPr/>
          <p:nvPr/>
        </p:nvCxnSpPr>
        <p:spPr>
          <a:xfrm>
            <a:off x="8439150" y="4787900"/>
            <a:ext cx="344488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E319CE-C3E8-4959-82B4-EDCA67B60E60}"/>
              </a:ext>
            </a:extLst>
          </p:cNvPr>
          <p:cNvCxnSpPr/>
          <p:nvPr/>
        </p:nvCxnSpPr>
        <p:spPr>
          <a:xfrm>
            <a:off x="457200" y="206375"/>
            <a:ext cx="0" cy="782638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647" y="208385"/>
            <a:ext cx="2512170" cy="779921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3197225" y="352194"/>
            <a:ext cx="5586413" cy="863468"/>
          </a:xfrm>
        </p:spPr>
        <p:txBody>
          <a:bodyPr>
            <a:noAutofit/>
          </a:bodyPr>
          <a:lstStyle>
            <a:lvl1pPr marL="0" indent="0">
              <a:buNone/>
              <a:defRPr sz="3000"/>
            </a:lvl1pPr>
            <a:lvl2pPr marL="457200" indent="0">
              <a:buNone/>
              <a:defRPr sz="1300"/>
            </a:lvl2pPr>
            <a:lvl3pPr marL="914400" indent="0">
              <a:buNone/>
              <a:defRPr sz="13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3197225" y="2967110"/>
            <a:ext cx="1599891" cy="378734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197226" y="1527048"/>
            <a:ext cx="1599890" cy="1329376"/>
          </a:xfrm>
        </p:spPr>
        <p:txBody>
          <a:bodyPr rtlCol="0" anchor="ctr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6"/>
          </p:nvPr>
        </p:nvSpPr>
        <p:spPr>
          <a:xfrm>
            <a:off x="3197225" y="3410021"/>
            <a:ext cx="1599891" cy="944378"/>
          </a:xfrm>
        </p:spPr>
        <p:txBody>
          <a:bodyPr>
            <a:noAutofit/>
          </a:bodyPr>
          <a:lstStyle>
            <a:lvl1pPr marL="0" indent="0">
              <a:buNone/>
              <a:defRPr sz="900" b="0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8"/>
          <p:cNvSpPr>
            <a:spLocks noGrp="1"/>
          </p:cNvSpPr>
          <p:nvPr>
            <p:ph type="body" sz="quarter" idx="17"/>
          </p:nvPr>
        </p:nvSpPr>
        <p:spPr>
          <a:xfrm>
            <a:off x="7183768" y="2967110"/>
            <a:ext cx="1599891" cy="378734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0"/>
          <p:cNvSpPr>
            <a:spLocks noGrp="1"/>
          </p:cNvSpPr>
          <p:nvPr>
            <p:ph type="pic" sz="quarter" idx="18"/>
          </p:nvPr>
        </p:nvSpPr>
        <p:spPr>
          <a:xfrm>
            <a:off x="7183769" y="1527048"/>
            <a:ext cx="1599890" cy="1329376"/>
          </a:xfrm>
        </p:spPr>
        <p:txBody>
          <a:bodyPr rtlCol="0" anchor="ctr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1" name="Text Placeholder 18"/>
          <p:cNvSpPr>
            <a:spLocks noGrp="1"/>
          </p:cNvSpPr>
          <p:nvPr>
            <p:ph type="body" sz="quarter" idx="19"/>
          </p:nvPr>
        </p:nvSpPr>
        <p:spPr>
          <a:xfrm>
            <a:off x="7183768" y="3410021"/>
            <a:ext cx="1599891" cy="944378"/>
          </a:xfrm>
        </p:spPr>
        <p:txBody>
          <a:bodyPr>
            <a:noAutofit/>
          </a:bodyPr>
          <a:lstStyle>
            <a:lvl1pPr marL="0" indent="0">
              <a:buNone/>
              <a:defRPr sz="900" b="0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8"/>
          <p:cNvSpPr>
            <a:spLocks noGrp="1"/>
          </p:cNvSpPr>
          <p:nvPr>
            <p:ph type="body" sz="quarter" idx="20"/>
          </p:nvPr>
        </p:nvSpPr>
        <p:spPr>
          <a:xfrm>
            <a:off x="5188083" y="2967110"/>
            <a:ext cx="1599891" cy="378734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Picture Placeholder 20"/>
          <p:cNvSpPr>
            <a:spLocks noGrp="1"/>
          </p:cNvSpPr>
          <p:nvPr>
            <p:ph type="pic" sz="quarter" idx="21"/>
          </p:nvPr>
        </p:nvSpPr>
        <p:spPr>
          <a:xfrm>
            <a:off x="5188084" y="1527048"/>
            <a:ext cx="1599890" cy="1329376"/>
          </a:xfrm>
        </p:spPr>
        <p:txBody>
          <a:bodyPr rtlCol="0" anchor="ctr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4" name="Text Placeholder 18"/>
          <p:cNvSpPr>
            <a:spLocks noGrp="1"/>
          </p:cNvSpPr>
          <p:nvPr>
            <p:ph type="body" sz="quarter" idx="22"/>
          </p:nvPr>
        </p:nvSpPr>
        <p:spPr>
          <a:xfrm>
            <a:off x="5188083" y="3410021"/>
            <a:ext cx="1599891" cy="944378"/>
          </a:xfrm>
        </p:spPr>
        <p:txBody>
          <a:bodyPr>
            <a:noAutofit/>
          </a:bodyPr>
          <a:lstStyle>
            <a:lvl1pPr marL="0" indent="0">
              <a:buNone/>
              <a:defRPr sz="900" b="0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EC23F24D-5650-43FA-9DE7-06DB6230261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altLang="en-US"/>
              <a:t>® Health Level Seven and HL7 are registered trademarks of Health Level Seven International, registered with the United States Patent and Trademark Office.</a:t>
            </a:r>
          </a:p>
        </p:txBody>
      </p:sp>
      <p:sp>
        <p:nvSpPr>
          <p:cNvPr id="20" name="Slide Number Placeholder 6">
            <a:extLst>
              <a:ext uri="{FF2B5EF4-FFF2-40B4-BE49-F238E27FC236}">
                <a16:creationId xmlns:a16="http://schemas.microsoft.com/office/drawing/2014/main" id="{C3030BCC-9F6B-4FB3-987A-97D06FACACD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2FC96675-3092-440A-85A1-2258B818EB11}" type="slidenum">
              <a:rPr lang="en-US" altLang="en-US"/>
              <a:pPr/>
              <a:t>‹N›</a:t>
            </a:fld>
            <a:endParaRPr lang="en-US" altLang="en-US"/>
          </a:p>
        </p:txBody>
      </p:sp>
      <p:pic>
        <p:nvPicPr>
          <p:cNvPr id="23" name="Picture 22" descr="Logo&#10;&#10;Description automatically generated">
            <a:extLst>
              <a:ext uri="{FF2B5EF4-FFF2-40B4-BE49-F238E27FC236}">
                <a16:creationId xmlns:a16="http://schemas.microsoft.com/office/drawing/2014/main" id="{EDF205A8-29A3-4F6A-A3C6-B0B6473A3F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10" y="4717622"/>
            <a:ext cx="506911" cy="33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50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1290EC1-56E5-41AA-BB51-B0967C010B48}"/>
              </a:ext>
            </a:extLst>
          </p:cNvPr>
          <p:cNvCxnSpPr/>
          <p:nvPr/>
        </p:nvCxnSpPr>
        <p:spPr>
          <a:xfrm>
            <a:off x="979488" y="4638675"/>
            <a:ext cx="0" cy="382588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AB74B0-5CB2-4BBC-8203-6628B3DCB920}"/>
              </a:ext>
            </a:extLst>
          </p:cNvPr>
          <p:cNvCxnSpPr/>
          <p:nvPr/>
        </p:nvCxnSpPr>
        <p:spPr>
          <a:xfrm>
            <a:off x="8439150" y="4787900"/>
            <a:ext cx="344488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457200" y="206375"/>
            <a:ext cx="0" cy="782638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647" y="205979"/>
            <a:ext cx="8229600" cy="782327"/>
          </a:xfrm>
        </p:spPr>
        <p:txBody>
          <a:bodyPr>
            <a:noAutofit/>
          </a:bodyPr>
          <a:lstStyle>
            <a:lvl1pPr algn="l">
              <a:defRPr sz="3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614363" y="1258111"/>
            <a:ext cx="8228884" cy="3326858"/>
          </a:xfrm>
        </p:spPr>
        <p:txBody>
          <a:bodyPr>
            <a:noAutofit/>
          </a:bodyPr>
          <a:lstStyle>
            <a:lvl1pPr marL="182880" indent="-182880" algn="l">
              <a:spcBef>
                <a:spcPts val="600"/>
              </a:spcBef>
              <a:spcAft>
                <a:spcPts val="0"/>
              </a:spcAft>
              <a:defRPr sz="2400"/>
            </a:lvl1pPr>
            <a:lvl2pPr>
              <a:spcBef>
                <a:spcPts val="600"/>
              </a:spcBef>
              <a:spcAft>
                <a:spcPts val="0"/>
              </a:spcAft>
              <a:defRPr sz="2000"/>
            </a:lvl2pPr>
            <a:lvl3pPr>
              <a:spcBef>
                <a:spcPts val="600"/>
              </a:spcBef>
              <a:spcAft>
                <a:spcPts val="0"/>
              </a:spcAft>
              <a:defRPr sz="2000"/>
            </a:lvl3pPr>
            <a:lvl4pPr>
              <a:spcBef>
                <a:spcPts val="600"/>
              </a:spcBef>
              <a:spcAft>
                <a:spcPts val="0"/>
              </a:spcAft>
              <a:defRPr sz="2000"/>
            </a:lvl4pPr>
            <a:lvl5pPr>
              <a:spcBef>
                <a:spcPts val="600"/>
              </a:spcBef>
              <a:spcAft>
                <a:spcPts val="0"/>
              </a:spcAft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824C8E-8610-4338-8475-7343988CB86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altLang="en-US"/>
              <a:t>® Health Level Seven and HL7 are registered trademarks of Health Level Seven International, registered with the United States Patent and Trademark Office.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E94CCA-0C38-4E82-B227-0A17C94365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73B22ABC-0FED-4D64-8F5D-7D0F97264170}" type="slidenum">
              <a:rPr lang="en-US" altLang="en-US"/>
              <a:pPr/>
              <a:t>‹N›</a:t>
            </a:fld>
            <a:endParaRPr lang="en-US" alt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02AAAE1-59E9-453D-985D-67C5631F33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10" y="4717617"/>
            <a:ext cx="506918" cy="33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05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546592-6A29-40F9-A645-8251869E7D86}"/>
              </a:ext>
            </a:extLst>
          </p:cNvPr>
          <p:cNvCxnSpPr/>
          <p:nvPr/>
        </p:nvCxnSpPr>
        <p:spPr>
          <a:xfrm>
            <a:off x="979488" y="4638675"/>
            <a:ext cx="0" cy="382588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F88A9A-C68F-4DEA-A21A-A24E9565C7B1}"/>
              </a:ext>
            </a:extLst>
          </p:cNvPr>
          <p:cNvCxnSpPr/>
          <p:nvPr/>
        </p:nvCxnSpPr>
        <p:spPr>
          <a:xfrm>
            <a:off x="8439150" y="4787900"/>
            <a:ext cx="344488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66D48E-528D-484A-A925-566493FD62D7}"/>
              </a:ext>
            </a:extLst>
          </p:cNvPr>
          <p:cNvCxnSpPr/>
          <p:nvPr/>
        </p:nvCxnSpPr>
        <p:spPr>
          <a:xfrm>
            <a:off x="457200" y="206375"/>
            <a:ext cx="0" cy="782638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647" y="208385"/>
            <a:ext cx="2583578" cy="779921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3197225" y="352194"/>
            <a:ext cx="5586413" cy="863468"/>
          </a:xfrm>
        </p:spPr>
        <p:txBody>
          <a:bodyPr>
            <a:noAutofit/>
          </a:bodyPr>
          <a:lstStyle>
            <a:lvl1pPr marL="0" indent="0">
              <a:buNone/>
              <a:defRPr sz="3000"/>
            </a:lvl1pPr>
            <a:lvl2pPr marL="457200" indent="0">
              <a:buNone/>
              <a:defRPr sz="1300"/>
            </a:lvl2pPr>
            <a:lvl3pPr marL="914400" indent="0">
              <a:buNone/>
              <a:defRPr sz="13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13648" y="1346922"/>
            <a:ext cx="3879312" cy="3291753"/>
          </a:xfrm>
        </p:spPr>
        <p:txBody>
          <a:bodyPr>
            <a:noAutofit/>
          </a:bodyPr>
          <a:lstStyle>
            <a:lvl1pPr marL="182880" indent="-182880">
              <a:spcBef>
                <a:spcPts val="600"/>
              </a:spcBef>
              <a:spcAft>
                <a:spcPts val="0"/>
              </a:spcAft>
              <a:defRPr sz="2400"/>
            </a:lvl1pPr>
            <a:lvl2pPr>
              <a:spcBef>
                <a:spcPts val="600"/>
              </a:spcBef>
              <a:spcAft>
                <a:spcPts val="0"/>
              </a:spcAft>
              <a:defRPr sz="2000"/>
            </a:lvl2pPr>
            <a:lvl3pPr>
              <a:spcBef>
                <a:spcPts val="600"/>
              </a:spcBef>
              <a:spcAft>
                <a:spcPts val="0"/>
              </a:spcAft>
              <a:defRPr sz="2000"/>
            </a:lvl3pPr>
            <a:lvl4pPr>
              <a:spcBef>
                <a:spcPts val="600"/>
              </a:spcBef>
              <a:spcAft>
                <a:spcPts val="0"/>
              </a:spcAft>
              <a:defRPr sz="2000"/>
            </a:lvl4pPr>
            <a:lvl5pPr>
              <a:spcBef>
                <a:spcPts val="600"/>
              </a:spcBef>
              <a:spcAft>
                <a:spcPts val="0"/>
              </a:spcAft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4492960" y="1346921"/>
            <a:ext cx="4290678" cy="3291754"/>
          </a:xfrm>
        </p:spPr>
        <p:txBody>
          <a:bodyPr>
            <a:noAutofit/>
          </a:bodyPr>
          <a:lstStyle>
            <a:lvl1pPr marL="182880" indent="-182880">
              <a:spcBef>
                <a:spcPts val="600"/>
              </a:spcBef>
              <a:spcAft>
                <a:spcPts val="0"/>
              </a:spcAft>
              <a:defRPr sz="2400"/>
            </a:lvl1pPr>
            <a:lvl2pPr>
              <a:spcBef>
                <a:spcPts val="600"/>
              </a:spcBef>
              <a:spcAft>
                <a:spcPts val="0"/>
              </a:spcAft>
              <a:defRPr sz="2000"/>
            </a:lvl2pPr>
            <a:lvl3pPr>
              <a:spcBef>
                <a:spcPts val="600"/>
              </a:spcBef>
              <a:spcAft>
                <a:spcPts val="0"/>
              </a:spcAft>
              <a:defRPr sz="2000"/>
            </a:lvl3pPr>
            <a:lvl4pPr>
              <a:spcBef>
                <a:spcPts val="600"/>
              </a:spcBef>
              <a:spcAft>
                <a:spcPts val="0"/>
              </a:spcAft>
              <a:defRPr sz="2000"/>
            </a:lvl4pPr>
            <a:lvl5pPr>
              <a:spcBef>
                <a:spcPts val="600"/>
              </a:spcBef>
              <a:spcAft>
                <a:spcPts val="0"/>
              </a:spcAft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89295B93-F986-4B39-8E2B-724CCA4EDF9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altLang="en-US"/>
              <a:t>® Health Level Seven and HL7 are registered trademarks of Health Level Seven International, registered with the United States Patent and Trademark Office.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1058DC72-4273-470C-BC88-C887DF0ED67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1E65A3-B34B-4C40-9E1C-BC4502CB691B}" type="slidenum">
              <a:rPr lang="en-US" altLang="en-US"/>
              <a:pPr/>
              <a:t>‹N›</a:t>
            </a:fld>
            <a:endParaRPr lang="en-US" altLang="en-US"/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F5E8E793-94D9-4EC8-ADB2-852C278A2A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10" y="4717617"/>
            <a:ext cx="506918" cy="33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802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78F5F9-9ED1-4443-9914-776DDA054504}"/>
              </a:ext>
            </a:extLst>
          </p:cNvPr>
          <p:cNvCxnSpPr/>
          <p:nvPr/>
        </p:nvCxnSpPr>
        <p:spPr>
          <a:xfrm>
            <a:off x="979488" y="4638675"/>
            <a:ext cx="0" cy="382588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C4C3A05-C10D-455A-988A-438D962AC7EE}"/>
              </a:ext>
            </a:extLst>
          </p:cNvPr>
          <p:cNvCxnSpPr/>
          <p:nvPr/>
        </p:nvCxnSpPr>
        <p:spPr>
          <a:xfrm>
            <a:off x="8439150" y="4787900"/>
            <a:ext cx="344488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CD3726-52B7-4D64-8B2A-E9ECFDF6DFE8}"/>
              </a:ext>
            </a:extLst>
          </p:cNvPr>
          <p:cNvCxnSpPr/>
          <p:nvPr/>
        </p:nvCxnSpPr>
        <p:spPr>
          <a:xfrm>
            <a:off x="457200" y="206375"/>
            <a:ext cx="0" cy="782638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647" y="208385"/>
            <a:ext cx="8137726" cy="779921"/>
          </a:xfrm>
        </p:spPr>
        <p:txBody>
          <a:bodyPr>
            <a:noAutofit/>
          </a:bodyPr>
          <a:lstStyle>
            <a:lvl1pPr algn="l">
              <a:defRPr sz="3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13649" y="1527047"/>
            <a:ext cx="2636010" cy="2519269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6147649" y="1527047"/>
            <a:ext cx="2636010" cy="2519269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3378235" y="1527047"/>
            <a:ext cx="2636010" cy="2519269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D9BC9A10-403B-445C-AECC-58F1B8E3CC3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altLang="en-US"/>
              <a:t>® Health Level Seven and HL7 are registered trademarks of Health Level Seven International, registered with the United States Patent and Trademark Office.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C3191340-B96D-4CE6-96A2-2034980F45D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25441B1A-6C82-4AD1-AF21-8C30B95B126B}" type="slidenum">
              <a:rPr lang="en-US" altLang="en-US"/>
              <a:pPr/>
              <a:t>‹N›</a:t>
            </a:fld>
            <a:endParaRPr lang="en-US" altLang="en-US"/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9D4FFE62-6320-42A8-9436-CEA016EF37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10" y="4717617"/>
            <a:ext cx="506918" cy="33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454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5C8F04-F07B-4668-9F9F-8BDD89357081}"/>
              </a:ext>
            </a:extLst>
          </p:cNvPr>
          <p:cNvCxnSpPr/>
          <p:nvPr/>
        </p:nvCxnSpPr>
        <p:spPr>
          <a:xfrm>
            <a:off x="4060825" y="4638675"/>
            <a:ext cx="0" cy="382588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45B460-321E-4E66-9DD5-34F31788AAC8}"/>
              </a:ext>
            </a:extLst>
          </p:cNvPr>
          <p:cNvCxnSpPr/>
          <p:nvPr/>
        </p:nvCxnSpPr>
        <p:spPr>
          <a:xfrm>
            <a:off x="8439150" y="4787900"/>
            <a:ext cx="344488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19A212-4F29-4E75-A434-E7B0CFE2C07F}"/>
              </a:ext>
            </a:extLst>
          </p:cNvPr>
          <p:cNvCxnSpPr/>
          <p:nvPr/>
        </p:nvCxnSpPr>
        <p:spPr>
          <a:xfrm>
            <a:off x="3221038" y="206375"/>
            <a:ext cx="0" cy="782638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8234" y="204787"/>
            <a:ext cx="5405403" cy="783519"/>
          </a:xfrm>
        </p:spPr>
        <p:txBody>
          <a:bodyPr>
            <a:noAutofit/>
          </a:bodyPr>
          <a:lstStyle>
            <a:lvl1pPr algn="l">
              <a:defRPr sz="3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78235" y="1527046"/>
            <a:ext cx="5405424" cy="2763317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25775" cy="5143500"/>
          </a:xfrm>
        </p:spPr>
        <p:txBody>
          <a:bodyPr rtlCol="0" anchor="ctr">
            <a:normAutofit/>
          </a:bodyPr>
          <a:lstStyle>
            <a:lvl1pPr algn="ctr">
              <a:defRPr sz="9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0BB96CA-A2ED-4646-843D-EEE743521AE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281488" y="4787900"/>
            <a:ext cx="3103562" cy="20002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altLang="en-US"/>
              <a:t>® Health Level Seven and HL7 are registered trademarks of Health Level Seven International, registered with the United States Patent and Trademark Office.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30FF36A1-A483-46E8-B77A-0B0E8E0BA5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F7763FB4-A3C3-4114-AC8B-F97FECA05AC6}" type="slidenum">
              <a:rPr lang="en-US" altLang="en-US"/>
              <a:pPr/>
              <a:t>‹N›</a:t>
            </a:fld>
            <a:endParaRPr lang="en-US" altLang="en-US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5A90E038-B17F-4F41-9613-8B1F89F461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10" y="4717617"/>
            <a:ext cx="506918" cy="33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45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27C7C35-A083-4FD5-AF9C-6D1F464FB879}"/>
              </a:ext>
            </a:extLst>
          </p:cNvPr>
          <p:cNvCxnSpPr/>
          <p:nvPr/>
        </p:nvCxnSpPr>
        <p:spPr>
          <a:xfrm>
            <a:off x="979488" y="4638675"/>
            <a:ext cx="0" cy="382588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6D8247E-5DD3-4146-9C6A-279E709C61D3}"/>
              </a:ext>
            </a:extLst>
          </p:cNvPr>
          <p:cNvCxnSpPr/>
          <p:nvPr/>
        </p:nvCxnSpPr>
        <p:spPr>
          <a:xfrm>
            <a:off x="8439150" y="4787900"/>
            <a:ext cx="344488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8079125-4D4F-42E7-97E9-2DEE0E49EE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® Health Level Seven and HL7 are registered trademarks of Health Level Seven International, registered with the United States Patent and Trademark Office.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49FABBB-D862-46DD-A570-0BDC887AE0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56AEC6-D28E-4597-9839-04D45AFDBF51}" type="slidenum">
              <a:rPr lang="en-US" altLang="en-US"/>
              <a:pPr/>
              <a:t>‹N›</a:t>
            </a:fld>
            <a:endParaRPr lang="en-US" alt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4A3E3B5D-0112-4F1A-8106-9ABE298237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10" y="4717617"/>
            <a:ext cx="506918" cy="33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160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76E6E1-A616-7D1E-1C0C-359EB91AF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2529EB4-53CE-1954-5503-FF3BAE003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27D2681-A53F-A439-CDEB-E87E31071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BBB64-394F-4E0B-B468-7B1653E0363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240F3F6-D80A-4763-D7E6-9AFB71BC6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A2F868-5AF3-406A-80C8-CDA26982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4756B-8306-4C28-A08A-DF51242F73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45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A38E47-090A-1448-8E92-428A945A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D227FC-1EA5-4779-E5AC-31ACF6F3D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A58414-D9E9-AFD4-45DC-3256FE87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BBB64-394F-4E0B-B468-7B1653E0363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5BF0D3-4FA2-068C-5ECA-FCAE313FE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7A96369-E6B2-A577-7883-E7691858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4756B-8306-4C28-A08A-DF51242F73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63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01AA12-3CD8-7B2C-FDD6-4C36A31A6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BADACF6-502F-4C8E-CC66-D118E480D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BCD13F-D061-80E5-B611-A2532EEB7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BBB64-394F-4E0B-B468-7B1653E0363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274BD0-E4AD-72E0-E948-7E198526C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187F0E-5AA1-D343-1964-D78CFD17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4756B-8306-4C28-A08A-DF51242F73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50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A44852-2E61-A7D7-3AEC-D5E22FBFB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DCDFC9-0EA3-EF55-A4CF-9D3A82EDF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EC18028-28B9-4D75-9975-6E60AEEE9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79C9E1-F4DC-6EB0-DDA3-9FBAFBCF2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BBB64-394F-4E0B-B468-7B1653E0363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89A0228-A2C5-EC7B-4758-D9BE7989B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0D23B50-BA1B-BE63-6055-33D570CA5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4756B-8306-4C28-A08A-DF51242F73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84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B72246-6AEA-FD35-2197-C445B02F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BE4CB51-8C6D-36F9-07B1-E6BD7A510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13581C-5207-6D3A-0654-F2EF46157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2C9457F-9634-9145-3615-AE87C2853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30A7BA3-DAD3-424A-8DDC-FAAC5D936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3F5DA8B-D36E-199E-5F1B-C432D017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BBB64-394F-4E0B-B468-7B1653E0363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67D04A0-2B71-E22F-5A1B-4A6FD2FA6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2E5F8FB-0A91-8A4A-EC77-474EB87C9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4756B-8306-4C28-A08A-DF51242F73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58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E67207-F1A2-7A5D-AB65-4E1537663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879752A-5464-1865-9010-8FA7EF7EB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BBB64-394F-4E0B-B468-7B1653E0363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6F3CDCD-7B80-C3F4-7231-3EFD2D585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6A6683B-0D08-38EC-E7F3-98464FEC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4756B-8306-4C28-A08A-DF51242F73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43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F61B596-C147-9FFF-276A-2349F213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BBB64-394F-4E0B-B468-7B1653E0363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3474069-6348-BC13-7350-8DD517016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ED0C295-B884-4B34-21D0-68D43AD24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4756B-8306-4C28-A08A-DF51242F73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53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E15656-A684-7F13-C0DC-13C9E0BF9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BB4BAC-5A33-8BA4-5143-BEB0CF694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D5548E2-6D97-777C-A06D-0919870CE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461190A-DFCD-F5FA-AC18-28B240FD6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BBB64-394F-4E0B-B468-7B1653E0363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531B4DD-1390-3A12-3141-ED583112A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2F64442-3E95-B4BE-34D0-722AFF6B7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4756B-8306-4C28-A08A-DF51242F73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909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60D2A2-3260-9C47-9284-ED69C168E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10CE647-3F66-F53D-A5B2-FA1A23893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FF2D431-57AF-9287-1F3C-ACFA51826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76E2A16-6422-EA0C-4A18-E326116F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BBB64-394F-4E0B-B468-7B1653E0363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7CEB8A3-9DDC-4D59-61B2-06EBFD841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8496A4D-9789-4BE4-D288-521867CE0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4756B-8306-4C28-A08A-DF51242F73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10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333CCD-6F34-61A4-78F9-990F28DE6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8F9ECE6-2016-183E-369E-11FFB9443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3C6308-81BD-0D6A-E0CD-C3384073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BBB64-394F-4E0B-B468-7B1653E0363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E8C93C-5AAA-3536-5B33-9CCB2F718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F2749F-0562-C94B-9B24-43227E67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4756B-8306-4C28-A08A-DF51242F73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83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7E577C9-FB00-E541-2610-C799B5170E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32C55F7-8F7D-7C84-37F7-558949FB8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250CB41-DDEB-D457-82D3-4D44E4502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BBB64-394F-4E0B-B468-7B1653E0363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197180-23B8-60FF-ECFF-C233809E1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2ADCC8-AFA5-25EC-DFCB-6542CA740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4756B-8306-4C28-A08A-DF51242F73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4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61C90A7-CCEE-4CD4-A796-FAE18E5706C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34F8ABE-9AAD-4F94-B2B2-2FE8B41D28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AFBDA-EF00-4D5A-B47F-281125799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4370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53632-C492-4515-B901-41AFB2587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00150" y="4792663"/>
            <a:ext cx="4530725" cy="158750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500">
                <a:solidFill>
                  <a:srgbClr val="747679"/>
                </a:solidFill>
                <a:cs typeface="Arial" panose="020B0604020202020204" pitchFamily="34" charset="0"/>
              </a:defRPr>
            </a:lvl1pPr>
          </a:lstStyle>
          <a:p>
            <a:r>
              <a:rPr lang="en-US" altLang="en-US"/>
              <a:t>® Health Level Seven and HL7 are registered trademarks of Health Level Seven International, registered with the United States Patent and Trademark Office.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A2006-CD71-435D-B767-98CFF7C45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0425" y="4792663"/>
            <a:ext cx="271463" cy="158750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700">
                <a:cs typeface="Arial" panose="020B0604020202020204" pitchFamily="34" charset="0"/>
              </a:defRPr>
            </a:lvl1pPr>
          </a:lstStyle>
          <a:p>
            <a:fld id="{1D7CB6CA-6139-4024-BF52-A3AF11B6BCF5}" type="slidenum">
              <a:rPr lang="en-US" altLang="en-US"/>
              <a:pPr/>
              <a:t>‹N›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</p:sldLayoutIdLs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9pPr>
    </p:titleStyle>
    <p:bodyStyle>
      <a:lvl1pPr marL="342900" indent="-342900" algn="l" defTabSz="457200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1pPr>
      <a:lvl2pPr marL="742950" indent="-285750" algn="l" defTabSz="457200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2pPr>
      <a:lvl3pPr marL="1143000" indent="-228600" algn="l" defTabSz="457200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3pPr>
      <a:lvl4pPr marL="1600200" indent="-228600" algn="l" defTabSz="457200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4pPr>
      <a:lvl5pPr marL="2057400" indent="-228600" algn="l" defTabSz="457200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643FEC6-4382-56C0-73E0-137A8F21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7007325-F9CA-1C89-CF02-7FE880E7E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12BFDAA-7544-5C88-355C-29DA59121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BBB64-394F-4E0B-B468-7B1653E03633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245D4E1-68D3-B81E-C3EE-DF855F76E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643A391-1F96-9368-2FFA-78AEE75DC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44756B-8306-4C28-A08A-DF51242F73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10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35.png"/><Relationship Id="rId3" Type="http://schemas.openxmlformats.org/officeDocument/2006/relationships/image" Target="../media/image2.png"/><Relationship Id="rId21" Type="http://schemas.openxmlformats.org/officeDocument/2006/relationships/image" Target="../media/image38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10" Type="http://schemas.openxmlformats.org/officeDocument/2006/relationships/image" Target="../media/image11.png"/><Relationship Id="rId19" Type="http://schemas.openxmlformats.org/officeDocument/2006/relationships/image" Target="../media/image36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14" Type="http://schemas.openxmlformats.org/officeDocument/2006/relationships/image" Target="../media/image14.png"/><Relationship Id="rId22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F8D13-301B-7677-01A8-F24C53118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magine 31">
            <a:extLst>
              <a:ext uri="{FF2B5EF4-FFF2-40B4-BE49-F238E27FC236}">
                <a16:creationId xmlns:a16="http://schemas.microsoft.com/office/drawing/2014/main" id="{F7A7A7E0-2A26-C93D-74A3-E8BEB3C054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527"/>
          <a:stretch>
            <a:fillRect/>
          </a:stretch>
        </p:blipFill>
        <p:spPr>
          <a:xfrm>
            <a:off x="6707730" y="1689975"/>
            <a:ext cx="1736495" cy="8345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6BC7B42-BFC3-C82F-6BA6-812DDD955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659" y="590463"/>
            <a:ext cx="1806105" cy="9630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CCC9E36-4381-9307-E73F-0FA69DB40B4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" b="32407"/>
          <a:stretch/>
        </p:blipFill>
        <p:spPr>
          <a:xfrm>
            <a:off x="3528434" y="2904741"/>
            <a:ext cx="1802666" cy="8218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CC8D4C6-52EF-E424-FFA6-8E145ECE09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0052" y="2904741"/>
            <a:ext cx="1739054" cy="8233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BEA075C-AF88-269A-8F2E-CFBB7CAB7B4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644"/>
          <a:stretch/>
        </p:blipFill>
        <p:spPr>
          <a:xfrm>
            <a:off x="289402" y="1701152"/>
            <a:ext cx="1698595" cy="8218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6" name="Connettore a gomito 15">
            <a:extLst>
              <a:ext uri="{FF2B5EF4-FFF2-40B4-BE49-F238E27FC236}">
                <a16:creationId xmlns:a16="http://schemas.microsoft.com/office/drawing/2014/main" id="{66C0BD0F-A00D-D5DE-A463-8D7CFE22AC5B}"/>
              </a:ext>
            </a:extLst>
          </p:cNvPr>
          <p:cNvCxnSpPr>
            <a:cxnSpLocks/>
            <a:endCxn id="60" idx="0"/>
          </p:cNvCxnSpPr>
          <p:nvPr/>
        </p:nvCxnSpPr>
        <p:spPr>
          <a:xfrm rot="16200000" flipH="1">
            <a:off x="4972970" y="1451712"/>
            <a:ext cx="920615" cy="1985438"/>
          </a:xfrm>
          <a:prstGeom prst="bentConnector3">
            <a:avLst/>
          </a:prstGeom>
          <a:ln w="38100">
            <a:solidFill>
              <a:srgbClr val="0E4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a gomito 16">
            <a:extLst>
              <a:ext uri="{FF2B5EF4-FFF2-40B4-BE49-F238E27FC236}">
                <a16:creationId xmlns:a16="http://schemas.microsoft.com/office/drawing/2014/main" id="{3E9541C7-C06C-DE82-85FD-9DED6D3A0989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5394658" y="1408110"/>
            <a:ext cx="2181320" cy="281865"/>
          </a:xfrm>
          <a:prstGeom prst="bentConnector2">
            <a:avLst/>
          </a:prstGeom>
          <a:ln w="38100">
            <a:solidFill>
              <a:srgbClr val="0E4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0358D2C6-78D8-A29E-C4D5-FA56065A6977}"/>
              </a:ext>
            </a:extLst>
          </p:cNvPr>
          <p:cNvCxnSpPr>
            <a:cxnSpLocks/>
            <a:endCxn id="11" idx="0"/>
          </p:cNvCxnSpPr>
          <p:nvPr/>
        </p:nvCxnSpPr>
        <p:spPr>
          <a:xfrm rot="10800000" flipV="1">
            <a:off x="1138700" y="1408108"/>
            <a:ext cx="2347759" cy="293042"/>
          </a:xfrm>
          <a:prstGeom prst="bentConnector2">
            <a:avLst/>
          </a:prstGeom>
          <a:ln w="38100">
            <a:solidFill>
              <a:srgbClr val="0E4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a gomito 23">
            <a:extLst>
              <a:ext uri="{FF2B5EF4-FFF2-40B4-BE49-F238E27FC236}">
                <a16:creationId xmlns:a16="http://schemas.microsoft.com/office/drawing/2014/main" id="{07CA76D6-B758-8E69-F5C1-6599CC2A354D}"/>
              </a:ext>
            </a:extLst>
          </p:cNvPr>
          <p:cNvCxnSpPr>
            <a:cxnSpLocks/>
            <a:endCxn id="8" idx="0"/>
          </p:cNvCxnSpPr>
          <p:nvPr/>
        </p:nvCxnSpPr>
        <p:spPr>
          <a:xfrm rot="5400000">
            <a:off x="2989761" y="1453942"/>
            <a:ext cx="920615" cy="1980979"/>
          </a:xfrm>
          <a:prstGeom prst="bentConnector3">
            <a:avLst>
              <a:gd name="adj1" fmla="val 50000"/>
            </a:avLst>
          </a:prstGeom>
          <a:ln w="38100">
            <a:solidFill>
              <a:srgbClr val="0E4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8E30FAFF-77FA-57B6-985A-B0E4C07F460F}"/>
              </a:ext>
            </a:extLst>
          </p:cNvPr>
          <p:cNvSpPr txBox="1"/>
          <p:nvPr/>
        </p:nvSpPr>
        <p:spPr>
          <a:xfrm>
            <a:off x="6074802" y="1039286"/>
            <a:ext cx="766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rgbClr val="0E4194"/>
                </a:solidFill>
              </a:rPr>
              <a:t>used by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BE1A18B8-8D27-6200-6FD9-92FBC91E5748}"/>
              </a:ext>
            </a:extLst>
          </p:cNvPr>
          <p:cNvSpPr txBox="1"/>
          <p:nvPr/>
        </p:nvSpPr>
        <p:spPr>
          <a:xfrm>
            <a:off x="2076440" y="1058621"/>
            <a:ext cx="766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rgbClr val="0E4194"/>
                </a:solidFill>
              </a:rPr>
              <a:t>used by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AAB43087-D983-A3E0-AB09-26E715253476}"/>
              </a:ext>
            </a:extLst>
          </p:cNvPr>
          <p:cNvSpPr txBox="1"/>
          <p:nvPr/>
        </p:nvSpPr>
        <p:spPr>
          <a:xfrm>
            <a:off x="2593390" y="2138719"/>
            <a:ext cx="766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rgbClr val="0E4194"/>
                </a:solidFill>
              </a:rPr>
              <a:t>used by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C7E7F4F3-1C91-076C-DA3F-C8BEE81A2959}"/>
              </a:ext>
            </a:extLst>
          </p:cNvPr>
          <p:cNvSpPr txBox="1"/>
          <p:nvPr/>
        </p:nvSpPr>
        <p:spPr>
          <a:xfrm>
            <a:off x="5430394" y="2147363"/>
            <a:ext cx="766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rgbClr val="0E4194"/>
                </a:solidFill>
              </a:rPr>
              <a:t>used by</a:t>
            </a:r>
          </a:p>
        </p:txBody>
      </p:sp>
      <p:cxnSp>
        <p:nvCxnSpPr>
          <p:cNvPr id="48" name="Connettore a gomito 47">
            <a:extLst>
              <a:ext uri="{FF2B5EF4-FFF2-40B4-BE49-F238E27FC236}">
                <a16:creationId xmlns:a16="http://schemas.microsoft.com/office/drawing/2014/main" id="{4AF28038-D8DC-9CE8-499B-B001BF6719A4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70377" y="2452993"/>
            <a:ext cx="940355" cy="2612"/>
          </a:xfrm>
          <a:prstGeom prst="bentConnector3">
            <a:avLst>
              <a:gd name="adj1" fmla="val 50000"/>
            </a:avLst>
          </a:prstGeom>
          <a:ln w="38100">
            <a:solidFill>
              <a:srgbClr val="0E41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po 68">
            <a:extLst>
              <a:ext uri="{FF2B5EF4-FFF2-40B4-BE49-F238E27FC236}">
                <a16:creationId xmlns:a16="http://schemas.microsoft.com/office/drawing/2014/main" id="{10AAC698-0FF2-1637-AB66-485CA0A1E1C7}"/>
              </a:ext>
            </a:extLst>
          </p:cNvPr>
          <p:cNvGrpSpPr/>
          <p:nvPr/>
        </p:nvGrpSpPr>
        <p:grpSpPr>
          <a:xfrm>
            <a:off x="7585839" y="2741732"/>
            <a:ext cx="888385" cy="842371"/>
            <a:chOff x="7761525" y="3164280"/>
            <a:chExt cx="888705" cy="842676"/>
          </a:xfrm>
        </p:grpSpPr>
        <p:sp>
          <p:nvSpPr>
            <p:cNvPr id="19" name="Ovale 18">
              <a:extLst>
                <a:ext uri="{FF2B5EF4-FFF2-40B4-BE49-F238E27FC236}">
                  <a16:creationId xmlns:a16="http://schemas.microsoft.com/office/drawing/2014/main" id="{C4D41474-F681-7510-28D5-4EDCF92CA2D4}"/>
                </a:ext>
              </a:extLst>
            </p:cNvPr>
            <p:cNvSpPr/>
            <p:nvPr/>
          </p:nvSpPr>
          <p:spPr>
            <a:xfrm>
              <a:off x="7953878" y="3164280"/>
              <a:ext cx="504000" cy="504000"/>
            </a:xfrm>
            <a:prstGeom prst="ellipse">
              <a:avLst/>
            </a:prstGeom>
            <a:blipFill rotWithShape="1">
              <a:blip r:embed="rId8"/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399" noProof="0" dirty="0"/>
            </a:p>
          </p:txBody>
        </p:sp>
        <p:sp>
          <p:nvSpPr>
            <p:cNvPr id="55" name="CasellaDiTesto 54">
              <a:extLst>
                <a:ext uri="{FF2B5EF4-FFF2-40B4-BE49-F238E27FC236}">
                  <a16:creationId xmlns:a16="http://schemas.microsoft.com/office/drawing/2014/main" id="{5E384405-48AE-D7FD-8554-C1DA2D8CEFB1}"/>
                </a:ext>
              </a:extLst>
            </p:cNvPr>
            <p:cNvSpPr txBox="1"/>
            <p:nvPr/>
          </p:nvSpPr>
          <p:spPr>
            <a:xfrm>
              <a:off x="7761525" y="3668280"/>
              <a:ext cx="888705" cy="3386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noProof="0" dirty="0">
                  <a:solidFill>
                    <a:srgbClr val="0E4194"/>
                  </a:solidFill>
                </a:rPr>
                <a:t>ePrescription</a:t>
              </a:r>
            </a:p>
            <a:p>
              <a:pPr algn="ctr"/>
              <a:r>
                <a:rPr lang="en-US" sz="800" b="1" noProof="0" dirty="0" err="1">
                  <a:solidFill>
                    <a:srgbClr val="0E4194"/>
                  </a:solidFill>
                </a:rPr>
                <a:t>eDispensation</a:t>
              </a:r>
              <a:endParaRPr lang="en-US" sz="800" b="1" noProof="0" dirty="0">
                <a:solidFill>
                  <a:srgbClr val="0E4194"/>
                </a:solidFill>
              </a:endParaRPr>
            </a:p>
          </p:txBody>
        </p:sp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EF0E4583-D205-5D4C-E146-579C5EC0B7F6}"/>
              </a:ext>
            </a:extLst>
          </p:cNvPr>
          <p:cNvGrpSpPr/>
          <p:nvPr/>
        </p:nvGrpSpPr>
        <p:grpSpPr>
          <a:xfrm>
            <a:off x="1953732" y="3664954"/>
            <a:ext cx="1026243" cy="724565"/>
            <a:chOff x="2092231" y="4201077"/>
            <a:chExt cx="1026614" cy="724826"/>
          </a:xfrm>
        </p:grpSpPr>
        <p:sp>
          <p:nvSpPr>
            <p:cNvPr id="56" name="Ovale 55">
              <a:extLst>
                <a:ext uri="{FF2B5EF4-FFF2-40B4-BE49-F238E27FC236}">
                  <a16:creationId xmlns:a16="http://schemas.microsoft.com/office/drawing/2014/main" id="{C501A3E8-BA5A-2929-DF03-AC0318DB851F}"/>
                </a:ext>
              </a:extLst>
            </p:cNvPr>
            <p:cNvSpPr/>
            <p:nvPr/>
          </p:nvSpPr>
          <p:spPr>
            <a:xfrm>
              <a:off x="2353352" y="4201077"/>
              <a:ext cx="504000" cy="504000"/>
            </a:xfrm>
            <a:prstGeom prst="ellipse">
              <a:avLst/>
            </a:prstGeom>
            <a:blipFill>
              <a:blip r:embed="rId9"/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399" noProof="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7" name="CasellaDiTesto 56">
              <a:extLst>
                <a:ext uri="{FF2B5EF4-FFF2-40B4-BE49-F238E27FC236}">
                  <a16:creationId xmlns:a16="http://schemas.microsoft.com/office/drawing/2014/main" id="{DC2AC821-C836-99BD-AA0E-BFB2BBC2FC0B}"/>
                </a:ext>
              </a:extLst>
            </p:cNvPr>
            <p:cNvSpPr txBox="1"/>
            <p:nvPr/>
          </p:nvSpPr>
          <p:spPr>
            <a:xfrm>
              <a:off x="2092231" y="4710381"/>
              <a:ext cx="1026614" cy="2155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noProof="0" dirty="0">
                  <a:solidFill>
                    <a:schemeClr val="accent1">
                      <a:lumMod val="75000"/>
                    </a:schemeClr>
                  </a:solidFill>
                </a:rPr>
                <a:t>Patient Summary</a:t>
              </a:r>
            </a:p>
          </p:txBody>
        </p:sp>
      </p:grpSp>
      <p:pic>
        <p:nvPicPr>
          <p:cNvPr id="60" name="Immagine 59">
            <a:extLst>
              <a:ext uri="{FF2B5EF4-FFF2-40B4-BE49-F238E27FC236}">
                <a16:creationId xmlns:a16="http://schemas.microsoft.com/office/drawing/2014/main" id="{009D6DAC-9DEA-186E-D32B-33B82E53726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20777"/>
          <a:stretch/>
        </p:blipFill>
        <p:spPr>
          <a:xfrm>
            <a:off x="5530431" y="2904739"/>
            <a:ext cx="1791130" cy="8304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6" name="Gruppo 65">
            <a:extLst>
              <a:ext uri="{FF2B5EF4-FFF2-40B4-BE49-F238E27FC236}">
                <a16:creationId xmlns:a16="http://schemas.microsoft.com/office/drawing/2014/main" id="{4D21D98A-B493-D40B-597A-DBE29865BD8C}"/>
              </a:ext>
            </a:extLst>
          </p:cNvPr>
          <p:cNvGrpSpPr/>
          <p:nvPr/>
        </p:nvGrpSpPr>
        <p:grpSpPr>
          <a:xfrm>
            <a:off x="370354" y="2741729"/>
            <a:ext cx="768344" cy="965482"/>
            <a:chOff x="603797" y="3289106"/>
            <a:chExt cx="768622" cy="965832"/>
          </a:xfrm>
        </p:grpSpPr>
        <p:sp>
          <p:nvSpPr>
            <p:cNvPr id="63" name="Ovale 62">
              <a:extLst>
                <a:ext uri="{FF2B5EF4-FFF2-40B4-BE49-F238E27FC236}">
                  <a16:creationId xmlns:a16="http://schemas.microsoft.com/office/drawing/2014/main" id="{5841AA7F-25FE-C454-0595-792A53518071}"/>
                </a:ext>
              </a:extLst>
            </p:cNvPr>
            <p:cNvSpPr/>
            <p:nvPr/>
          </p:nvSpPr>
          <p:spPr>
            <a:xfrm>
              <a:off x="736108" y="3289106"/>
              <a:ext cx="504000" cy="504000"/>
            </a:xfrm>
            <a:prstGeom prst="ellipse">
              <a:avLst/>
            </a:prstGeom>
            <a:blipFill rotWithShape="1">
              <a:blip r:embed="rId11"/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399" noProof="0" dirty="0"/>
            </a:p>
          </p:txBody>
        </p:sp>
        <p:sp>
          <p:nvSpPr>
            <p:cNvPr id="64" name="CasellaDiTesto 63">
              <a:extLst>
                <a:ext uri="{FF2B5EF4-FFF2-40B4-BE49-F238E27FC236}">
                  <a16:creationId xmlns:a16="http://schemas.microsoft.com/office/drawing/2014/main" id="{AEA90AEF-0C69-5173-4296-AEB8AA27E1C1}"/>
                </a:ext>
              </a:extLst>
            </p:cNvPr>
            <p:cNvSpPr txBox="1"/>
            <p:nvPr/>
          </p:nvSpPr>
          <p:spPr>
            <a:xfrm>
              <a:off x="603797" y="3793106"/>
              <a:ext cx="768622" cy="461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noProof="0" dirty="0">
                  <a:solidFill>
                    <a:srgbClr val="0E4194"/>
                  </a:solidFill>
                </a:rPr>
                <a:t>Hospital Discharge Report</a:t>
              </a:r>
            </a:p>
          </p:txBody>
        </p:sp>
      </p:grpSp>
      <p:grpSp>
        <p:nvGrpSpPr>
          <p:cNvPr id="72" name="Gruppo 71">
            <a:extLst>
              <a:ext uri="{FF2B5EF4-FFF2-40B4-BE49-F238E27FC236}">
                <a16:creationId xmlns:a16="http://schemas.microsoft.com/office/drawing/2014/main" id="{9E4A2AEB-D1E4-F7B8-E0B7-2F93AE3513B5}"/>
              </a:ext>
            </a:extLst>
          </p:cNvPr>
          <p:cNvGrpSpPr/>
          <p:nvPr/>
        </p:nvGrpSpPr>
        <p:grpSpPr>
          <a:xfrm>
            <a:off x="4041277" y="3664945"/>
            <a:ext cx="779647" cy="837098"/>
            <a:chOff x="4243193" y="4201077"/>
            <a:chExt cx="779929" cy="837400"/>
          </a:xfrm>
        </p:grpSpPr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94506EE5-2645-4AA7-7921-239C7D351E49}"/>
                </a:ext>
              </a:extLst>
            </p:cNvPr>
            <p:cNvSpPr txBox="1"/>
            <p:nvPr/>
          </p:nvSpPr>
          <p:spPr>
            <a:xfrm>
              <a:off x="4243193" y="4699801"/>
              <a:ext cx="779929" cy="338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noProof="0" dirty="0">
                  <a:solidFill>
                    <a:schemeClr val="accent1">
                      <a:lumMod val="75000"/>
                    </a:schemeClr>
                  </a:solidFill>
                </a:rPr>
                <a:t>Laboratory Results</a:t>
              </a:r>
            </a:p>
          </p:txBody>
        </p:sp>
        <p:sp>
          <p:nvSpPr>
            <p:cNvPr id="71" name="Ovale 70">
              <a:extLst>
                <a:ext uri="{FF2B5EF4-FFF2-40B4-BE49-F238E27FC236}">
                  <a16:creationId xmlns:a16="http://schemas.microsoft.com/office/drawing/2014/main" id="{17C10248-1D2B-6393-DC16-4A31E176C424}"/>
                </a:ext>
              </a:extLst>
            </p:cNvPr>
            <p:cNvSpPr/>
            <p:nvPr/>
          </p:nvSpPr>
          <p:spPr>
            <a:xfrm>
              <a:off x="4381157" y="4201077"/>
              <a:ext cx="504000" cy="504000"/>
            </a:xfrm>
            <a:prstGeom prst="ellipse">
              <a:avLst/>
            </a:prstGeom>
            <a:blipFill rotWithShape="1">
              <a:blip r:embed="rId12"/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399" noProof="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FC67AD3-9EF0-79C2-CAD5-7825AC790907}"/>
              </a:ext>
            </a:extLst>
          </p:cNvPr>
          <p:cNvSpPr txBox="1"/>
          <p:nvPr/>
        </p:nvSpPr>
        <p:spPr>
          <a:xfrm>
            <a:off x="4861914" y="1961492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rgbClr val="0E4194"/>
                </a:solidFill>
              </a:rPr>
              <a:t>R4/R5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AA8ED69-09E6-A5AF-001D-B11CC14BCCF8}"/>
              </a:ext>
            </a:extLst>
          </p:cNvPr>
          <p:cNvSpPr txBox="1"/>
          <p:nvPr/>
        </p:nvSpPr>
        <p:spPr>
          <a:xfrm>
            <a:off x="5706600" y="560092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rgbClr val="0E4194"/>
                </a:solidFill>
              </a:rPr>
              <a:t>R4/R5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B5F1371-DF1D-2022-8743-58C838FBF094}"/>
              </a:ext>
            </a:extLst>
          </p:cNvPr>
          <p:cNvSpPr txBox="1"/>
          <p:nvPr/>
        </p:nvSpPr>
        <p:spPr>
          <a:xfrm>
            <a:off x="8021236" y="1553476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rgbClr val="0E4194"/>
                </a:solidFill>
              </a:rPr>
              <a:t>R4/R5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84545D1-ACF0-13FF-99F3-9F589BE3BF3E}"/>
              </a:ext>
            </a:extLst>
          </p:cNvPr>
          <p:cNvSpPr txBox="1"/>
          <p:nvPr/>
        </p:nvSpPr>
        <p:spPr>
          <a:xfrm>
            <a:off x="4838299" y="378864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accent1">
                    <a:lumMod val="75000"/>
                  </a:schemeClr>
                </a:solidFill>
              </a:rPr>
              <a:t>R4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604DB955-AAE4-8CF5-522D-D0E3BCB47F8E}"/>
              </a:ext>
            </a:extLst>
          </p:cNvPr>
          <p:cNvSpPr txBox="1"/>
          <p:nvPr/>
        </p:nvSpPr>
        <p:spPr>
          <a:xfrm>
            <a:off x="1048878" y="2627842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rgbClr val="0E4194"/>
                </a:solidFill>
              </a:rPr>
              <a:t>R4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7261A86-E77D-3416-CDFE-F4CCD0F20D40}"/>
              </a:ext>
            </a:extLst>
          </p:cNvPr>
          <p:cNvSpPr txBox="1"/>
          <p:nvPr/>
        </p:nvSpPr>
        <p:spPr>
          <a:xfrm>
            <a:off x="2679059" y="3831429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accent1">
                    <a:lumMod val="75000"/>
                  </a:schemeClr>
                </a:solidFill>
              </a:rPr>
              <a:t>R4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93EB8595-7B21-A2A9-A5EB-5C8AE4E4F8F6}"/>
              </a:ext>
            </a:extLst>
          </p:cNvPr>
          <p:cNvSpPr txBox="1"/>
          <p:nvPr/>
        </p:nvSpPr>
        <p:spPr>
          <a:xfrm>
            <a:off x="6762115" y="3849196"/>
            <a:ext cx="721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accent1">
                    <a:lumMod val="75000"/>
                  </a:schemeClr>
                </a:solidFill>
              </a:rPr>
              <a:t>R5/(R4)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BAE6842F-2F55-BD53-E010-C68C537B2D4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9502" y="3114768"/>
            <a:ext cx="1739054" cy="734980"/>
          </a:xfrm>
          <a:prstGeom prst="rect">
            <a:avLst/>
          </a:prstGeom>
        </p:spPr>
      </p:pic>
      <p:grpSp>
        <p:nvGrpSpPr>
          <p:cNvPr id="68" name="Gruppo 67">
            <a:extLst>
              <a:ext uri="{FF2B5EF4-FFF2-40B4-BE49-F238E27FC236}">
                <a16:creationId xmlns:a16="http://schemas.microsoft.com/office/drawing/2014/main" id="{2DB6E55D-C76A-532E-3B00-83BCDDD28CED}"/>
              </a:ext>
            </a:extLst>
          </p:cNvPr>
          <p:cNvGrpSpPr/>
          <p:nvPr/>
        </p:nvGrpSpPr>
        <p:grpSpPr>
          <a:xfrm>
            <a:off x="5953271" y="3662271"/>
            <a:ext cx="1025872" cy="839770"/>
            <a:chOff x="6207563" y="4190192"/>
            <a:chExt cx="1026243" cy="840074"/>
          </a:xfrm>
        </p:grpSpPr>
        <p:sp>
          <p:nvSpPr>
            <p:cNvPr id="58" name="Ovale 57">
              <a:extLst>
                <a:ext uri="{FF2B5EF4-FFF2-40B4-BE49-F238E27FC236}">
                  <a16:creationId xmlns:a16="http://schemas.microsoft.com/office/drawing/2014/main" id="{F3149469-6C4A-E653-7C2D-7520DD522F94}"/>
                </a:ext>
              </a:extLst>
            </p:cNvPr>
            <p:cNvSpPr/>
            <p:nvPr/>
          </p:nvSpPr>
          <p:spPr>
            <a:xfrm>
              <a:off x="6468684" y="4190192"/>
              <a:ext cx="504000" cy="504000"/>
            </a:xfrm>
            <a:prstGeom prst="ellipse">
              <a:avLst/>
            </a:prstGeom>
            <a:blipFill rotWithShape="1">
              <a:blip r:embed="rId14"/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399" noProof="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2" name="CasellaDiTesto 61">
              <a:extLst>
                <a:ext uri="{FF2B5EF4-FFF2-40B4-BE49-F238E27FC236}">
                  <a16:creationId xmlns:a16="http://schemas.microsoft.com/office/drawing/2014/main" id="{47AC8C69-C61F-FAFF-98B6-C06A5331A5AF}"/>
                </a:ext>
              </a:extLst>
            </p:cNvPr>
            <p:cNvSpPr txBox="1"/>
            <p:nvPr/>
          </p:nvSpPr>
          <p:spPr>
            <a:xfrm>
              <a:off x="6207563" y="4691590"/>
              <a:ext cx="1026243" cy="338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noProof="0" dirty="0">
                  <a:solidFill>
                    <a:schemeClr val="accent1">
                      <a:lumMod val="75000"/>
                    </a:schemeClr>
                  </a:solidFill>
                </a:rPr>
                <a:t>Medical Imaging and reports</a:t>
              </a:r>
            </a:p>
          </p:txBody>
        </p:sp>
      </p:grpSp>
      <p:pic>
        <p:nvPicPr>
          <p:cNvPr id="38" name="Immagine 37">
            <a:extLst>
              <a:ext uri="{FF2B5EF4-FFF2-40B4-BE49-F238E27FC236}">
                <a16:creationId xmlns:a16="http://schemas.microsoft.com/office/drawing/2014/main" id="{A5A0368B-9733-A4D0-C8F3-7BD0C04DE55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51372" y="837091"/>
            <a:ext cx="1980978" cy="11595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4" name="Gruppo 33">
            <a:extLst>
              <a:ext uri="{FF2B5EF4-FFF2-40B4-BE49-F238E27FC236}">
                <a16:creationId xmlns:a16="http://schemas.microsoft.com/office/drawing/2014/main" id="{71E08ABF-17F6-173D-3204-1C99083568F2}"/>
              </a:ext>
            </a:extLst>
          </p:cNvPr>
          <p:cNvGrpSpPr/>
          <p:nvPr/>
        </p:nvGrpSpPr>
        <p:grpSpPr>
          <a:xfrm>
            <a:off x="6524308" y="337396"/>
            <a:ext cx="475614" cy="729182"/>
            <a:chOff x="3454869" y="1551513"/>
            <a:chExt cx="526435" cy="898882"/>
          </a:xfrm>
        </p:grpSpPr>
        <p:sp>
          <p:nvSpPr>
            <p:cNvPr id="39" name="CasellaDiTesto 38">
              <a:extLst>
                <a:ext uri="{FF2B5EF4-FFF2-40B4-BE49-F238E27FC236}">
                  <a16:creationId xmlns:a16="http://schemas.microsoft.com/office/drawing/2014/main" id="{BF9D039B-288E-0CC9-2324-A1698BB5C988}"/>
                </a:ext>
              </a:extLst>
            </p:cNvPr>
            <p:cNvSpPr txBox="1"/>
            <p:nvPr/>
          </p:nvSpPr>
          <p:spPr>
            <a:xfrm>
              <a:off x="3454869" y="2019508"/>
              <a:ext cx="52643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50" b="1" dirty="0">
                  <a:solidFill>
                    <a:srgbClr val="3C77FF"/>
                  </a:solidFill>
                </a:rPr>
                <a:t>Core</a:t>
              </a:r>
            </a:p>
          </p:txBody>
        </p:sp>
        <p:pic>
          <p:nvPicPr>
            <p:cNvPr id="40" name="Immagine 39">
              <a:extLst>
                <a:ext uri="{FF2B5EF4-FFF2-40B4-BE49-F238E27FC236}">
                  <a16:creationId xmlns:a16="http://schemas.microsoft.com/office/drawing/2014/main" id="{B46EF31A-C0B6-B075-492E-CBF7F968D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499292" y="1551513"/>
              <a:ext cx="437589" cy="437589"/>
            </a:xfrm>
            <a:prstGeom prst="rect">
              <a:avLst/>
            </a:prstGeom>
            <a:ln w="19050">
              <a:solidFill>
                <a:schemeClr val="bg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581695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tangolo 43">
            <a:extLst>
              <a:ext uri="{FF2B5EF4-FFF2-40B4-BE49-F238E27FC236}">
                <a16:creationId xmlns:a16="http://schemas.microsoft.com/office/drawing/2014/main" id="{7B4AD069-2FB8-EC46-2E9A-5ACD878345F2}"/>
              </a:ext>
            </a:extLst>
          </p:cNvPr>
          <p:cNvSpPr/>
          <p:nvPr/>
        </p:nvSpPr>
        <p:spPr>
          <a:xfrm>
            <a:off x="2939712" y="948204"/>
            <a:ext cx="2644942" cy="16887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ttore a gomito 5">
            <a:extLst>
              <a:ext uri="{FF2B5EF4-FFF2-40B4-BE49-F238E27FC236}">
                <a16:creationId xmlns:a16="http://schemas.microsoft.com/office/drawing/2014/main" id="{023DC105-B0D2-9D56-CFE0-ECBEC2383D4E}"/>
              </a:ext>
            </a:extLst>
          </p:cNvPr>
          <p:cNvCxnSpPr>
            <a:cxnSpLocks/>
            <a:stCxn id="24" idx="1"/>
            <a:endCxn id="18" idx="0"/>
          </p:cNvCxnSpPr>
          <p:nvPr/>
        </p:nvCxnSpPr>
        <p:spPr>
          <a:xfrm rot="10800000" flipV="1">
            <a:off x="1701718" y="1977376"/>
            <a:ext cx="1438510" cy="849243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a gomito 20">
            <a:extLst>
              <a:ext uri="{FF2B5EF4-FFF2-40B4-BE49-F238E27FC236}">
                <a16:creationId xmlns:a16="http://schemas.microsoft.com/office/drawing/2014/main" id="{4D6C0861-0692-612A-A686-15EB93AB3131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5508472" y="2171854"/>
            <a:ext cx="1479013" cy="1058857"/>
          </a:xfrm>
          <a:prstGeom prst="bentConnector3">
            <a:avLst>
              <a:gd name="adj1" fmla="val 102753"/>
            </a:avLst>
          </a:prstGeom>
          <a:ln w="381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ccia a sinistra 19">
            <a:extLst>
              <a:ext uri="{FF2B5EF4-FFF2-40B4-BE49-F238E27FC236}">
                <a16:creationId xmlns:a16="http://schemas.microsoft.com/office/drawing/2014/main" id="{76D55F74-AFEC-143E-8A03-BF0527A6061B}"/>
              </a:ext>
            </a:extLst>
          </p:cNvPr>
          <p:cNvSpPr/>
          <p:nvPr/>
        </p:nvSpPr>
        <p:spPr>
          <a:xfrm>
            <a:off x="3236279" y="3233209"/>
            <a:ext cx="2176142" cy="1011600"/>
          </a:xfrm>
          <a:prstGeom prst="leftArrow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 defTabSz="914019">
              <a:defRPr/>
            </a:pPr>
            <a:endParaRPr lang="en-US" dirty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8" name="Gruppo 57">
            <a:extLst>
              <a:ext uri="{FF2B5EF4-FFF2-40B4-BE49-F238E27FC236}">
                <a16:creationId xmlns:a16="http://schemas.microsoft.com/office/drawing/2014/main" id="{69A69733-76D4-574D-D66F-7406FBC5E7DB}"/>
              </a:ext>
            </a:extLst>
          </p:cNvPr>
          <p:cNvGrpSpPr/>
          <p:nvPr/>
        </p:nvGrpSpPr>
        <p:grpSpPr>
          <a:xfrm>
            <a:off x="5961027" y="2826620"/>
            <a:ext cx="2635736" cy="1747252"/>
            <a:chOff x="7691095" y="3054577"/>
            <a:chExt cx="3514315" cy="2329669"/>
          </a:xfrm>
        </p:grpSpPr>
        <p:pic>
          <p:nvPicPr>
            <p:cNvPr id="12" name="Immagine 11">
              <a:extLst>
                <a:ext uri="{FF2B5EF4-FFF2-40B4-BE49-F238E27FC236}">
                  <a16:creationId xmlns:a16="http://schemas.microsoft.com/office/drawing/2014/main" id="{1BD27C70-3826-9E91-9CB5-14B5CF43D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91095" y="3054577"/>
              <a:ext cx="2733451" cy="14578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3" name="Immagine 12">
              <a:extLst>
                <a:ext uri="{FF2B5EF4-FFF2-40B4-BE49-F238E27FC236}">
                  <a16:creationId xmlns:a16="http://schemas.microsoft.com/office/drawing/2014/main" id="{104CCA09-D142-5872-2809-6344E2607A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-2293"/>
            <a:stretch/>
          </p:blipFill>
          <p:spPr>
            <a:xfrm>
              <a:off x="8034231" y="3443051"/>
              <a:ext cx="2687028" cy="153863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EDE6C158-9D13-EBED-63E4-F7EF8A9E6B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13260"/>
            <a:stretch/>
          </p:blipFill>
          <p:spPr>
            <a:xfrm>
              <a:off x="8487934" y="3873021"/>
              <a:ext cx="2717476" cy="15112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EC3407B1-9F46-71AD-D572-96D33C479D67}"/>
              </a:ext>
            </a:extLst>
          </p:cNvPr>
          <p:cNvGrpSpPr/>
          <p:nvPr/>
        </p:nvGrpSpPr>
        <p:grpSpPr>
          <a:xfrm>
            <a:off x="6742468" y="1246141"/>
            <a:ext cx="1794893" cy="584775"/>
            <a:chOff x="4566551" y="4940666"/>
            <a:chExt cx="2393191" cy="779700"/>
          </a:xfrm>
        </p:grpSpPr>
        <p:pic>
          <p:nvPicPr>
            <p:cNvPr id="3" name="Immagine 2">
              <a:extLst>
                <a:ext uri="{FF2B5EF4-FFF2-40B4-BE49-F238E27FC236}">
                  <a16:creationId xmlns:a16="http://schemas.microsoft.com/office/drawing/2014/main" id="{4D008A29-0AE8-6833-9113-49B7CE2B8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grayscl/>
            </a:blip>
            <a:stretch>
              <a:fillRect/>
            </a:stretch>
          </p:blipFill>
          <p:spPr>
            <a:xfrm>
              <a:off x="4566551" y="5051985"/>
              <a:ext cx="557137" cy="557137"/>
            </a:xfrm>
            <a:prstGeom prst="rect">
              <a:avLst/>
            </a:prstGeom>
          </p:spPr>
        </p:pic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CD7DB68C-87DB-B44B-FBD6-FA306B9D657F}"/>
                </a:ext>
              </a:extLst>
            </p:cNvPr>
            <p:cNvSpPr txBox="1"/>
            <p:nvPr/>
          </p:nvSpPr>
          <p:spPr>
            <a:xfrm>
              <a:off x="4995622" y="4940666"/>
              <a:ext cx="1964120" cy="7797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019">
                <a:defRPr/>
              </a:pPr>
              <a:r>
                <a:rPr lang="en-US" b="1" dirty="0"/>
                <a:t>Standard</a:t>
              </a:r>
            </a:p>
            <a:p>
              <a:pPr algn="ctr" defTabSz="914019">
                <a:defRPr/>
              </a:pPr>
              <a:r>
                <a:rPr lang="en-US" sz="1400" b="1" dirty="0"/>
                <a:t>(EU/UV scope)</a:t>
              </a:r>
            </a:p>
          </p:txBody>
        </p:sp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972BFFF7-6E42-BF45-6042-2355CD1DC984}"/>
              </a:ext>
            </a:extLst>
          </p:cNvPr>
          <p:cNvGrpSpPr/>
          <p:nvPr/>
        </p:nvGrpSpPr>
        <p:grpSpPr>
          <a:xfrm>
            <a:off x="1092509" y="4326900"/>
            <a:ext cx="2143770" cy="423419"/>
            <a:chOff x="600035" y="5888811"/>
            <a:chExt cx="2858360" cy="564559"/>
          </a:xfrm>
        </p:grpSpPr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C0C9BFB6-0370-6375-EF88-E2F934F2C2D8}"/>
                </a:ext>
              </a:extLst>
            </p:cNvPr>
            <p:cNvSpPr txBox="1"/>
            <p:nvPr/>
          </p:nvSpPr>
          <p:spPr>
            <a:xfrm>
              <a:off x="1211626" y="5888811"/>
              <a:ext cx="224676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019">
                <a:defRPr/>
              </a:pPr>
              <a:r>
                <a:rPr lang="en-US" b="1" dirty="0">
                  <a:solidFill>
                    <a:srgbClr val="015085">
                      <a:lumMod val="75000"/>
                    </a:srgbClr>
                  </a:solidFill>
                </a:rPr>
                <a:t>EU X-Borders</a:t>
              </a:r>
            </a:p>
          </p:txBody>
        </p:sp>
        <p:pic>
          <p:nvPicPr>
            <p:cNvPr id="14" name="Immagine 13">
              <a:extLst>
                <a:ext uri="{FF2B5EF4-FFF2-40B4-BE49-F238E27FC236}">
                  <a16:creationId xmlns:a16="http://schemas.microsoft.com/office/drawing/2014/main" id="{6BBC4F7E-E31E-9C77-D3D8-DEF5BAD53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00035" y="5896233"/>
              <a:ext cx="557137" cy="557137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8B7A9419-22E5-836E-01CE-E42715505303}"/>
              </a:ext>
            </a:extLst>
          </p:cNvPr>
          <p:cNvGrpSpPr/>
          <p:nvPr/>
        </p:nvGrpSpPr>
        <p:grpSpPr>
          <a:xfrm>
            <a:off x="6057077" y="4670974"/>
            <a:ext cx="2268713" cy="369332"/>
            <a:chOff x="5951936" y="5767435"/>
            <a:chExt cx="3024950" cy="492442"/>
          </a:xfrm>
        </p:grpSpPr>
        <p:pic>
          <p:nvPicPr>
            <p:cNvPr id="15" name="Immagine 14">
              <a:extLst>
                <a:ext uri="{FF2B5EF4-FFF2-40B4-BE49-F238E27FC236}">
                  <a16:creationId xmlns:a16="http://schemas.microsoft.com/office/drawing/2014/main" id="{872B4ECB-98D6-9DB2-0FE0-D29A75F5B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rgbClr val="7030A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51936" y="5810202"/>
              <a:ext cx="436207" cy="436206"/>
            </a:xfrm>
            <a:prstGeom prst="rect">
              <a:avLst/>
            </a:prstGeom>
          </p:spPr>
        </p:pic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8D8168C5-ABF0-6191-5152-A39D4EB90C3E}"/>
                </a:ext>
              </a:extLst>
            </p:cNvPr>
            <p:cNvSpPr txBox="1"/>
            <p:nvPr/>
          </p:nvSpPr>
          <p:spPr>
            <a:xfrm>
              <a:off x="6388143" y="5767435"/>
              <a:ext cx="2588743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019">
                <a:defRPr/>
              </a:pPr>
              <a:r>
                <a:rPr lang="en-US" b="1" dirty="0">
                  <a:solidFill>
                    <a:srgbClr val="7030A0"/>
                  </a:solidFill>
                </a:rPr>
                <a:t>National Guides</a:t>
              </a:r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1CCE329B-6FE0-D0B6-3B92-1CFFCBFEE1CF}"/>
              </a:ext>
            </a:extLst>
          </p:cNvPr>
          <p:cNvGrpSpPr/>
          <p:nvPr/>
        </p:nvGrpSpPr>
        <p:grpSpPr>
          <a:xfrm>
            <a:off x="484221" y="1646152"/>
            <a:ext cx="779647" cy="837099"/>
            <a:chOff x="4243193" y="4201077"/>
            <a:chExt cx="779929" cy="837400"/>
          </a:xfrm>
        </p:grpSpPr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42879982-2D60-BF50-B5C8-2B146808CDF8}"/>
                </a:ext>
              </a:extLst>
            </p:cNvPr>
            <p:cNvSpPr txBox="1"/>
            <p:nvPr/>
          </p:nvSpPr>
          <p:spPr>
            <a:xfrm>
              <a:off x="4243193" y="4699801"/>
              <a:ext cx="779929" cy="338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E4194"/>
                  </a:solidFill>
                </a:rPr>
                <a:t>Laboratory Results</a:t>
              </a:r>
            </a:p>
          </p:txBody>
        </p:sp>
        <p:sp>
          <p:nvSpPr>
            <p:cNvPr id="27" name="Ovale 26">
              <a:extLst>
                <a:ext uri="{FF2B5EF4-FFF2-40B4-BE49-F238E27FC236}">
                  <a16:creationId xmlns:a16="http://schemas.microsoft.com/office/drawing/2014/main" id="{FB040415-FB26-0D26-6BC3-7D36EE072ADF}"/>
                </a:ext>
              </a:extLst>
            </p:cNvPr>
            <p:cNvSpPr/>
            <p:nvPr/>
          </p:nvSpPr>
          <p:spPr>
            <a:xfrm>
              <a:off x="4381157" y="4201077"/>
              <a:ext cx="504000" cy="504000"/>
            </a:xfrm>
            <a:prstGeom prst="ellipse">
              <a:avLst/>
            </a:prstGeom>
            <a:blipFill rotWithShape="1">
              <a:blip r:embed="rId7"/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400" dirty="0"/>
            </a:p>
          </p:txBody>
        </p:sp>
      </p:grp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37727152-D826-8677-A400-4CF477422F72}"/>
              </a:ext>
            </a:extLst>
          </p:cNvPr>
          <p:cNvSpPr txBox="1"/>
          <p:nvPr/>
        </p:nvSpPr>
        <p:spPr>
          <a:xfrm>
            <a:off x="2498101" y="932532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European Flexible Common Rules</a:t>
            </a:r>
          </a:p>
        </p:txBody>
      </p:sp>
      <p:pic>
        <p:nvPicPr>
          <p:cNvPr id="18" name="Immagine 17" descr="The image is a web page displaying the official MyHealth@Eu Laboratory Report, version 9.1.1, based on HL7 FHIR Standard, R4, with a focus on laboratory reports for in-vitro diagnostics.  Il contenuto generato dall'IA potrebbe non essere corretto.">
            <a:extLst>
              <a:ext uri="{FF2B5EF4-FFF2-40B4-BE49-F238E27FC236}">
                <a16:creationId xmlns:a16="http://schemas.microsoft.com/office/drawing/2014/main" id="{33F424A9-ABB7-B480-400F-B81D4BC853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647" y="2826620"/>
            <a:ext cx="2176142" cy="13708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9" name="Gruppo 28">
            <a:extLst>
              <a:ext uri="{FF2B5EF4-FFF2-40B4-BE49-F238E27FC236}">
                <a16:creationId xmlns:a16="http://schemas.microsoft.com/office/drawing/2014/main" id="{B6404F07-421B-ACFB-F4A0-EF39C2DCB3F3}"/>
              </a:ext>
            </a:extLst>
          </p:cNvPr>
          <p:cNvGrpSpPr/>
          <p:nvPr/>
        </p:nvGrpSpPr>
        <p:grpSpPr>
          <a:xfrm>
            <a:off x="3140228" y="1471503"/>
            <a:ext cx="2368244" cy="1242182"/>
            <a:chOff x="3190538" y="1050825"/>
            <a:chExt cx="2368244" cy="1242182"/>
          </a:xfrm>
        </p:grpSpPr>
        <p:pic>
          <p:nvPicPr>
            <p:cNvPr id="24" name="Immagine 23">
              <a:extLst>
                <a:ext uri="{FF2B5EF4-FFF2-40B4-BE49-F238E27FC236}">
                  <a16:creationId xmlns:a16="http://schemas.microsoft.com/office/drawing/2014/main" id="{1E6CE403-7B8E-2084-808B-8D1599EF9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90538" y="1050825"/>
              <a:ext cx="2064539" cy="101174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28" name="Immagine 27" descr="The image is a webpage layout for the HL7 Europe Laboratory Report version 2.0.0, detailing the report's purpose, scope, and background, including its support by Xt-EHR and its alignment with European health policy priorities.  Il contenuto generato dall'IA potrebbe non essere corretto.">
              <a:extLst>
                <a:ext uri="{FF2B5EF4-FFF2-40B4-BE49-F238E27FC236}">
                  <a16:creationId xmlns:a16="http://schemas.microsoft.com/office/drawing/2014/main" id="{DE3BED68-ED9A-27BA-FB0A-AF7158778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b="16438"/>
            <a:stretch>
              <a:fillRect/>
            </a:stretch>
          </p:blipFill>
          <p:spPr>
            <a:xfrm>
              <a:off x="3381934" y="1209345"/>
              <a:ext cx="2176848" cy="108366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443544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55FCDB-408D-4AB0-5653-47EEE97F6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Collaborative Development in Motion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820548-BEE2-3E0C-534E-9696EAEF9B1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DC6866E-0787-4F20-80AE-D43EFAF72894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6" name="CasellaDiTesto 2">
            <a:extLst>
              <a:ext uri="{FF2B5EF4-FFF2-40B4-BE49-F238E27FC236}">
                <a16:creationId xmlns:a16="http://schemas.microsoft.com/office/drawing/2014/main" id="{56C5BBB8-E129-78E9-BAA8-3BDEF9569608}"/>
              </a:ext>
            </a:extLst>
          </p:cNvPr>
          <p:cNvSpPr txBox="1"/>
          <p:nvPr/>
        </p:nvSpPr>
        <p:spPr>
          <a:xfrm>
            <a:off x="483392" y="1883789"/>
            <a:ext cx="3775972" cy="28469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60735" indent="-160735" defTabSz="6858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b="1" kern="0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Laboratory Report</a:t>
            </a:r>
            <a:r>
              <a:rPr lang="en-US" sz="1400" kern="0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: </a:t>
            </a:r>
            <a:r>
              <a:rPr lang="en-US" sz="1400" b="1" kern="0" dirty="0">
                <a:solidFill>
                  <a:srgbClr val="015085"/>
                </a:solidFill>
                <a:latin typeface="Trebuchet MS" panose="020B0603020202020204" pitchFamily="34" charset="0"/>
                <a:sym typeface="Arial"/>
              </a:rPr>
              <a:t>113 distinct participants </a:t>
            </a:r>
            <a:r>
              <a:rPr lang="en-US" sz="1400" kern="0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from </a:t>
            </a:r>
            <a:r>
              <a:rPr lang="en-US" sz="1400" b="1" kern="0" dirty="0">
                <a:solidFill>
                  <a:srgbClr val="015085"/>
                </a:solidFill>
                <a:latin typeface="Trebuchet MS" panose="020B0603020202020204" pitchFamily="34" charset="0"/>
                <a:sym typeface="Arial"/>
              </a:rPr>
              <a:t>22 countries </a:t>
            </a:r>
            <a:r>
              <a:rPr lang="en-US" sz="1400" kern="0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(including USA) and EC Solution Providers [average ~30 attendees]</a:t>
            </a:r>
          </a:p>
          <a:p>
            <a:pPr marL="160735" indent="-160735" defTabSz="6858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b="1" kern="0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MPD</a:t>
            </a:r>
            <a:r>
              <a:rPr lang="en-US" sz="1400" kern="0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: </a:t>
            </a:r>
            <a:r>
              <a:rPr lang="en-US" sz="1400" b="1" kern="0" dirty="0">
                <a:solidFill>
                  <a:srgbClr val="015085"/>
                </a:solidFill>
                <a:latin typeface="Trebuchet MS" panose="020B0603020202020204" pitchFamily="34" charset="0"/>
                <a:sym typeface="Arial"/>
              </a:rPr>
              <a:t>114 distinct participants </a:t>
            </a:r>
            <a:r>
              <a:rPr lang="en-US" sz="1400" kern="0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from </a:t>
            </a:r>
            <a:r>
              <a:rPr lang="en-US" sz="1400" b="1" kern="0" dirty="0">
                <a:solidFill>
                  <a:srgbClr val="015085"/>
                </a:solidFill>
                <a:latin typeface="Trebuchet MS" panose="020B0603020202020204" pitchFamily="34" charset="0"/>
                <a:sym typeface="Arial"/>
              </a:rPr>
              <a:t>26 countries</a:t>
            </a:r>
            <a:r>
              <a:rPr lang="en-US" sz="1400" kern="0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(including USA) and EC Solution Providers [average ~30 attendees]</a:t>
            </a:r>
          </a:p>
          <a:p>
            <a:pPr marL="160735" indent="-160735" defTabSz="6858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b="1" kern="0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HDR/EPS/Common</a:t>
            </a:r>
            <a:r>
              <a:rPr lang="en-US" sz="1400" kern="0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: </a:t>
            </a:r>
            <a:r>
              <a:rPr lang="en-US" sz="1400" b="1" kern="0" dirty="0">
                <a:solidFill>
                  <a:srgbClr val="015085"/>
                </a:solidFill>
                <a:latin typeface="Trebuchet MS" panose="020B0603020202020204" pitchFamily="34" charset="0"/>
                <a:sym typeface="Arial"/>
              </a:rPr>
              <a:t>225 distinct participants </a:t>
            </a:r>
            <a:r>
              <a:rPr lang="en-US" sz="1400" kern="0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from </a:t>
            </a:r>
            <a:r>
              <a:rPr lang="en-US" sz="1400" b="1" kern="0" dirty="0">
                <a:solidFill>
                  <a:srgbClr val="015085"/>
                </a:solidFill>
                <a:latin typeface="Trebuchet MS" panose="020B0603020202020204" pitchFamily="34" charset="0"/>
                <a:sym typeface="Arial"/>
              </a:rPr>
              <a:t>29 countries </a:t>
            </a:r>
            <a:r>
              <a:rPr lang="en-US" sz="1400" kern="0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(including Sri Lanka, United Arab Emirates, Saudi Arabia and USA) and EC Solution Providers [average ~35 attendees]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050" kern="0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</a:p>
        </p:txBody>
      </p:sp>
      <p:sp>
        <p:nvSpPr>
          <p:cNvPr id="7" name="CasellaDiTesto 10">
            <a:extLst>
              <a:ext uri="{FF2B5EF4-FFF2-40B4-BE49-F238E27FC236}">
                <a16:creationId xmlns:a16="http://schemas.microsoft.com/office/drawing/2014/main" id="{FD491FB3-2B17-EBDA-562E-35A78C91A06C}"/>
              </a:ext>
            </a:extLst>
          </p:cNvPr>
          <p:cNvSpPr txBox="1"/>
          <p:nvPr/>
        </p:nvSpPr>
        <p:spPr>
          <a:xfrm>
            <a:off x="483392" y="957221"/>
            <a:ext cx="3528062" cy="9925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68580" tIns="34290" rIns="68580" bIns="34290" anchor="t">
            <a:spAutoFit/>
          </a:bodyPr>
          <a:lstStyle/>
          <a:p>
            <a:pPr marL="160735" indent="-160735" defTabSz="342884">
              <a:spcAft>
                <a:spcPts val="338"/>
              </a:spcAft>
              <a:buFont typeface="Arial" panose="020B0604020202020204" pitchFamily="34" charset="0"/>
              <a:buChar char="•"/>
              <a:defRPr/>
            </a:pPr>
            <a:r>
              <a:rPr lang="en-US" sz="1500" b="1" dirty="0">
                <a:solidFill>
                  <a:srgbClr val="0E4194"/>
                </a:solidFill>
                <a:latin typeface="Trebuchet MS" panose="020B0603020202020204" pitchFamily="34" charset="0"/>
              </a:rPr>
              <a:t>The result of a highly participatory, multi-stakeholder process spanning the European health ecosystem, e.g.:</a:t>
            </a:r>
          </a:p>
        </p:txBody>
      </p:sp>
      <p:pic>
        <p:nvPicPr>
          <p:cNvPr id="9" name="Immagine 3">
            <a:extLst>
              <a:ext uri="{FF2B5EF4-FFF2-40B4-BE49-F238E27FC236}">
                <a16:creationId xmlns:a16="http://schemas.microsoft.com/office/drawing/2014/main" id="{B50A4407-2E8C-3A3B-7F8F-BFF01C94A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241" y="3609549"/>
            <a:ext cx="652945" cy="652945"/>
          </a:xfrm>
          <a:prstGeom prst="rect">
            <a:avLst/>
          </a:prstGeom>
        </p:spPr>
      </p:pic>
      <p:pic>
        <p:nvPicPr>
          <p:cNvPr id="10" name="Picture 2" descr="Project home">
            <a:extLst>
              <a:ext uri="{FF2B5EF4-FFF2-40B4-BE49-F238E27FC236}">
                <a16:creationId xmlns:a16="http://schemas.microsoft.com/office/drawing/2014/main" id="{6A14F486-ECDC-5CF5-C261-714B61873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189" y="3158717"/>
            <a:ext cx="710671" cy="411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Project home">
            <a:extLst>
              <a:ext uri="{FF2B5EF4-FFF2-40B4-BE49-F238E27FC236}">
                <a16:creationId xmlns:a16="http://schemas.microsoft.com/office/drawing/2014/main" id="{9AB7B875-A668-E1C5-6EFD-C62945315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737" y="3511902"/>
            <a:ext cx="683298" cy="225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FHIR website">
            <a:extLst>
              <a:ext uri="{FF2B5EF4-FFF2-40B4-BE49-F238E27FC236}">
                <a16:creationId xmlns:a16="http://schemas.microsoft.com/office/drawing/2014/main" id="{8F8EC156-49EA-962E-3199-B58BB3FC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117" y="4520486"/>
            <a:ext cx="1059099" cy="29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magine 7">
            <a:extLst>
              <a:ext uri="{FF2B5EF4-FFF2-40B4-BE49-F238E27FC236}">
                <a16:creationId xmlns:a16="http://schemas.microsoft.com/office/drawing/2014/main" id="{71DDF9AD-8820-C6B7-067F-2877AA4911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551" y="4168741"/>
            <a:ext cx="736934" cy="263867"/>
          </a:xfrm>
          <a:prstGeom prst="rect">
            <a:avLst/>
          </a:prstGeom>
        </p:spPr>
      </p:pic>
      <p:pic>
        <p:nvPicPr>
          <p:cNvPr id="14" name="Immagine 8">
            <a:extLst>
              <a:ext uri="{FF2B5EF4-FFF2-40B4-BE49-F238E27FC236}">
                <a16:creationId xmlns:a16="http://schemas.microsoft.com/office/drawing/2014/main" id="{3F0103E6-0622-9D7D-905B-D5F412663C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0339" y="3561847"/>
            <a:ext cx="312275" cy="312275"/>
          </a:xfrm>
          <a:prstGeom prst="rect">
            <a:avLst/>
          </a:prstGeom>
        </p:spPr>
      </p:pic>
      <p:pic>
        <p:nvPicPr>
          <p:cNvPr id="15" name="Immagine 9">
            <a:extLst>
              <a:ext uri="{FF2B5EF4-FFF2-40B4-BE49-F238E27FC236}">
                <a16:creationId xmlns:a16="http://schemas.microsoft.com/office/drawing/2014/main" id="{2D881DA3-6E7B-A947-3DF8-F85C989F0A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6505" y="4154362"/>
            <a:ext cx="283886" cy="283886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01A493EF-58C8-00B1-28FD-DA01D1B4E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767" y="957221"/>
            <a:ext cx="2822556" cy="1729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magine 18" descr="The image depicts a map of Europe, with each country highlighted and labeled.  Il contenuto generato dall'IA potrebbe non essere corretto.">
            <a:extLst>
              <a:ext uri="{FF2B5EF4-FFF2-40B4-BE49-F238E27FC236}">
                <a16:creationId xmlns:a16="http://schemas.microsoft.com/office/drawing/2014/main" id="{9635323E-E238-C2FE-B245-EB2BEB2F0CF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11699"/>
          <a:stretch>
            <a:fillRect/>
          </a:stretch>
        </p:blipFill>
        <p:spPr>
          <a:xfrm>
            <a:off x="4328241" y="1674585"/>
            <a:ext cx="2512652" cy="21341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0691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61C8F-08D4-6112-7BB4-961C93BEC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magine 31">
            <a:extLst>
              <a:ext uri="{FF2B5EF4-FFF2-40B4-BE49-F238E27FC236}">
                <a16:creationId xmlns:a16="http://schemas.microsoft.com/office/drawing/2014/main" id="{11E5A14A-EFEA-041C-C439-3EC3105917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527"/>
          <a:stretch>
            <a:fillRect/>
          </a:stretch>
        </p:blipFill>
        <p:spPr>
          <a:xfrm>
            <a:off x="97045" y="3585951"/>
            <a:ext cx="1656000" cy="7958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ECC6C20-BDE2-F1A8-FCC8-4F3E0B35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The HL7 FHIR IG ecosystem for EHDS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2D40C03-E38A-5F90-A575-14596606FA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32407"/>
          <a:stretch/>
        </p:blipFill>
        <p:spPr>
          <a:xfrm>
            <a:off x="1871213" y="3582781"/>
            <a:ext cx="1656000" cy="7549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AC95700A-1370-C64A-DDA6-6C70F2B6B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2190" y="3568247"/>
            <a:ext cx="1656000" cy="7840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82274F73-A282-1430-CDAE-4FE683DD5EB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644"/>
          <a:stretch/>
        </p:blipFill>
        <p:spPr>
          <a:xfrm>
            <a:off x="7371923" y="3551067"/>
            <a:ext cx="1656000" cy="801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9" name="Gruppo 68">
            <a:extLst>
              <a:ext uri="{FF2B5EF4-FFF2-40B4-BE49-F238E27FC236}">
                <a16:creationId xmlns:a16="http://schemas.microsoft.com/office/drawing/2014/main" id="{BB57D699-01BA-F5F4-5CE1-FE6D5686485B}"/>
              </a:ext>
            </a:extLst>
          </p:cNvPr>
          <p:cNvGrpSpPr/>
          <p:nvPr/>
        </p:nvGrpSpPr>
        <p:grpSpPr>
          <a:xfrm>
            <a:off x="1206282" y="4075909"/>
            <a:ext cx="797014" cy="686302"/>
            <a:chOff x="7675274" y="3164280"/>
            <a:chExt cx="1061208" cy="913798"/>
          </a:xfrm>
        </p:grpSpPr>
        <p:sp>
          <p:nvSpPr>
            <p:cNvPr id="19" name="Ovale 18">
              <a:extLst>
                <a:ext uri="{FF2B5EF4-FFF2-40B4-BE49-F238E27FC236}">
                  <a16:creationId xmlns:a16="http://schemas.microsoft.com/office/drawing/2014/main" id="{E3E2C1A1-104D-17A2-C002-3285947AE2C7}"/>
                </a:ext>
              </a:extLst>
            </p:cNvPr>
            <p:cNvSpPr/>
            <p:nvPr/>
          </p:nvSpPr>
          <p:spPr>
            <a:xfrm>
              <a:off x="7953878" y="3164280"/>
              <a:ext cx="504000" cy="504000"/>
            </a:xfrm>
            <a:prstGeom prst="ellipse">
              <a:avLst/>
            </a:prstGeom>
            <a:blipFill rotWithShape="1">
              <a:blip r:embed="rId7"/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200" noProof="0" dirty="0"/>
            </a:p>
          </p:txBody>
        </p:sp>
        <p:sp>
          <p:nvSpPr>
            <p:cNvPr id="55" name="CasellaDiTesto 54">
              <a:extLst>
                <a:ext uri="{FF2B5EF4-FFF2-40B4-BE49-F238E27FC236}">
                  <a16:creationId xmlns:a16="http://schemas.microsoft.com/office/drawing/2014/main" id="{8A457E94-AB0A-696F-CB21-4D6E37683B9B}"/>
                </a:ext>
              </a:extLst>
            </p:cNvPr>
            <p:cNvSpPr txBox="1"/>
            <p:nvPr/>
          </p:nvSpPr>
          <p:spPr>
            <a:xfrm>
              <a:off x="7675274" y="3668279"/>
              <a:ext cx="1061208" cy="4097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b="1" noProof="0" dirty="0">
                  <a:solidFill>
                    <a:srgbClr val="0E4194"/>
                  </a:solidFill>
                </a:rPr>
                <a:t>ePrescription</a:t>
              </a:r>
            </a:p>
            <a:p>
              <a:pPr algn="ctr"/>
              <a:r>
                <a:rPr lang="en-US" sz="700" b="1" noProof="0" dirty="0" err="1">
                  <a:solidFill>
                    <a:srgbClr val="0E4194"/>
                  </a:solidFill>
                </a:rPr>
                <a:t>eDispensation</a:t>
              </a:r>
              <a:endParaRPr lang="en-US" sz="700" b="1" noProof="0" dirty="0">
                <a:solidFill>
                  <a:srgbClr val="0E4194"/>
                </a:solidFill>
              </a:endParaRPr>
            </a:p>
          </p:txBody>
        </p:sp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36E2BACD-5030-C2EC-A397-161135A2ACB3}"/>
              </a:ext>
            </a:extLst>
          </p:cNvPr>
          <p:cNvGrpSpPr/>
          <p:nvPr/>
        </p:nvGrpSpPr>
        <p:grpSpPr>
          <a:xfrm>
            <a:off x="4799036" y="4053416"/>
            <a:ext cx="759373" cy="586095"/>
            <a:chOff x="2092231" y="4201077"/>
            <a:chExt cx="919173" cy="709431"/>
          </a:xfrm>
        </p:grpSpPr>
        <p:sp>
          <p:nvSpPr>
            <p:cNvPr id="56" name="Ovale 55">
              <a:extLst>
                <a:ext uri="{FF2B5EF4-FFF2-40B4-BE49-F238E27FC236}">
                  <a16:creationId xmlns:a16="http://schemas.microsoft.com/office/drawing/2014/main" id="{4B273499-92F0-028D-6C0A-98CFCF0A4A93}"/>
                </a:ext>
              </a:extLst>
            </p:cNvPr>
            <p:cNvSpPr/>
            <p:nvPr/>
          </p:nvSpPr>
          <p:spPr>
            <a:xfrm>
              <a:off x="2353352" y="4201077"/>
              <a:ext cx="504000" cy="504000"/>
            </a:xfrm>
            <a:prstGeom prst="ellipse">
              <a:avLst/>
            </a:prstGeom>
            <a:blipFill>
              <a:blip r:embed="rId8"/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700" noProof="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7" name="CasellaDiTesto 56">
              <a:extLst>
                <a:ext uri="{FF2B5EF4-FFF2-40B4-BE49-F238E27FC236}">
                  <a16:creationId xmlns:a16="http://schemas.microsoft.com/office/drawing/2014/main" id="{B7B3B1A3-1BC9-4B38-E38B-2B6D072186EA}"/>
                </a:ext>
              </a:extLst>
            </p:cNvPr>
            <p:cNvSpPr txBox="1"/>
            <p:nvPr/>
          </p:nvSpPr>
          <p:spPr>
            <a:xfrm>
              <a:off x="2092231" y="4710381"/>
              <a:ext cx="919173" cy="200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1" noProof="0" dirty="0">
                  <a:solidFill>
                    <a:schemeClr val="accent1">
                      <a:lumMod val="75000"/>
                    </a:schemeClr>
                  </a:solidFill>
                </a:rPr>
                <a:t>Patient Summary</a:t>
              </a:r>
            </a:p>
          </p:txBody>
        </p:sp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E614FD90-B601-3F58-7B45-ACB2C9037F77}"/>
              </a:ext>
            </a:extLst>
          </p:cNvPr>
          <p:cNvGrpSpPr/>
          <p:nvPr/>
        </p:nvGrpSpPr>
        <p:grpSpPr>
          <a:xfrm>
            <a:off x="8542601" y="4033473"/>
            <a:ext cx="634995" cy="759765"/>
            <a:chOff x="603797" y="3289106"/>
            <a:chExt cx="768622" cy="919649"/>
          </a:xfrm>
        </p:grpSpPr>
        <p:sp>
          <p:nvSpPr>
            <p:cNvPr id="63" name="Ovale 62">
              <a:extLst>
                <a:ext uri="{FF2B5EF4-FFF2-40B4-BE49-F238E27FC236}">
                  <a16:creationId xmlns:a16="http://schemas.microsoft.com/office/drawing/2014/main" id="{DD590E66-CAC4-FB13-EFDC-4E8E03A50BFF}"/>
                </a:ext>
              </a:extLst>
            </p:cNvPr>
            <p:cNvSpPr/>
            <p:nvPr/>
          </p:nvSpPr>
          <p:spPr>
            <a:xfrm>
              <a:off x="736108" y="3289106"/>
              <a:ext cx="504000" cy="504000"/>
            </a:xfrm>
            <a:prstGeom prst="ellipse">
              <a:avLst/>
            </a:prstGeom>
            <a:blipFill rotWithShape="1">
              <a:blip r:embed="rId9"/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700" noProof="0" dirty="0"/>
            </a:p>
          </p:txBody>
        </p:sp>
        <p:sp>
          <p:nvSpPr>
            <p:cNvPr id="64" name="CasellaDiTesto 63">
              <a:extLst>
                <a:ext uri="{FF2B5EF4-FFF2-40B4-BE49-F238E27FC236}">
                  <a16:creationId xmlns:a16="http://schemas.microsoft.com/office/drawing/2014/main" id="{70AE5B14-6BC4-4BFD-CF50-A97E19B21282}"/>
                </a:ext>
              </a:extLst>
            </p:cNvPr>
            <p:cNvSpPr txBox="1"/>
            <p:nvPr/>
          </p:nvSpPr>
          <p:spPr>
            <a:xfrm>
              <a:off x="603797" y="3793106"/>
              <a:ext cx="768622" cy="415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noProof="0" dirty="0">
                  <a:solidFill>
                    <a:srgbClr val="0E4194"/>
                  </a:solidFill>
                </a:rPr>
                <a:t>Hospital Discharge Report</a:t>
              </a:r>
            </a:p>
          </p:txBody>
        </p:sp>
      </p:grpSp>
      <p:grpSp>
        <p:nvGrpSpPr>
          <p:cNvPr id="53" name="Gruppo 52">
            <a:extLst>
              <a:ext uri="{FF2B5EF4-FFF2-40B4-BE49-F238E27FC236}">
                <a16:creationId xmlns:a16="http://schemas.microsoft.com/office/drawing/2014/main" id="{CE4B4AF5-6416-FB1B-F1BE-C9F4B697DE14}"/>
              </a:ext>
            </a:extLst>
          </p:cNvPr>
          <p:cNvGrpSpPr/>
          <p:nvPr/>
        </p:nvGrpSpPr>
        <p:grpSpPr>
          <a:xfrm>
            <a:off x="3010988" y="4075909"/>
            <a:ext cx="700733" cy="719797"/>
            <a:chOff x="4052535" y="4178103"/>
            <a:chExt cx="700733" cy="719797"/>
          </a:xfrm>
        </p:grpSpPr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D7765AE0-0991-BF67-CC51-32EA8147C052}"/>
                </a:ext>
              </a:extLst>
            </p:cNvPr>
            <p:cNvSpPr txBox="1"/>
            <p:nvPr/>
          </p:nvSpPr>
          <p:spPr>
            <a:xfrm>
              <a:off x="4052535" y="4590123"/>
              <a:ext cx="700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noProof="0" dirty="0">
                  <a:solidFill>
                    <a:schemeClr val="accent1">
                      <a:lumMod val="75000"/>
                    </a:schemeClr>
                  </a:solidFill>
                </a:rPr>
                <a:t>Laboratory Results</a:t>
              </a:r>
            </a:p>
          </p:txBody>
        </p:sp>
        <p:sp>
          <p:nvSpPr>
            <p:cNvPr id="71" name="Ovale 70">
              <a:extLst>
                <a:ext uri="{FF2B5EF4-FFF2-40B4-BE49-F238E27FC236}">
                  <a16:creationId xmlns:a16="http://schemas.microsoft.com/office/drawing/2014/main" id="{4B3FB0C1-E9E3-D97C-79D0-A71FA478A2CF}"/>
                </a:ext>
              </a:extLst>
            </p:cNvPr>
            <p:cNvSpPr/>
            <p:nvPr/>
          </p:nvSpPr>
          <p:spPr>
            <a:xfrm>
              <a:off x="4194712" y="4178103"/>
              <a:ext cx="416378" cy="416379"/>
            </a:xfrm>
            <a:prstGeom prst="ellipse">
              <a:avLst/>
            </a:prstGeom>
            <a:blipFill rotWithShape="1">
              <a:blip r:embed="rId10"/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700" noProof="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9" name="Gruppo 58">
            <a:extLst>
              <a:ext uri="{FF2B5EF4-FFF2-40B4-BE49-F238E27FC236}">
                <a16:creationId xmlns:a16="http://schemas.microsoft.com/office/drawing/2014/main" id="{157B3D91-DFC3-3078-CE9C-0D8CC39C78F4}"/>
              </a:ext>
            </a:extLst>
          </p:cNvPr>
          <p:cNvGrpSpPr/>
          <p:nvPr/>
        </p:nvGrpSpPr>
        <p:grpSpPr>
          <a:xfrm>
            <a:off x="5566250" y="3585951"/>
            <a:ext cx="1656000" cy="750364"/>
            <a:chOff x="6672856" y="3770209"/>
            <a:chExt cx="1539173" cy="750364"/>
          </a:xfrm>
        </p:grpSpPr>
        <p:pic>
          <p:nvPicPr>
            <p:cNvPr id="60" name="Immagine 59">
              <a:extLst>
                <a:ext uri="{FF2B5EF4-FFF2-40B4-BE49-F238E27FC236}">
                  <a16:creationId xmlns:a16="http://schemas.microsoft.com/office/drawing/2014/main" id="{E04897B3-E562-4A05-2B6E-34903F0B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b="20777"/>
            <a:stretch/>
          </p:blipFill>
          <p:spPr>
            <a:xfrm>
              <a:off x="6672856" y="3770209"/>
              <a:ext cx="1345703" cy="62390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3" name="Immagine 12">
              <a:extLst>
                <a:ext uri="{FF2B5EF4-FFF2-40B4-BE49-F238E27FC236}">
                  <a16:creationId xmlns:a16="http://schemas.microsoft.com/office/drawing/2014/main" id="{C002CF0D-D712-9B2A-1697-3817F5508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905452" y="3968371"/>
              <a:ext cx="1306577" cy="552202"/>
            </a:xfrm>
            <a:prstGeom prst="rect">
              <a:avLst/>
            </a:prstGeom>
          </p:spPr>
        </p:pic>
      </p:grp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7B2AE462-A233-B9A5-953A-2EB3382E03E6}"/>
              </a:ext>
            </a:extLst>
          </p:cNvPr>
          <p:cNvGrpSpPr/>
          <p:nvPr/>
        </p:nvGrpSpPr>
        <p:grpSpPr>
          <a:xfrm>
            <a:off x="6609519" y="4060214"/>
            <a:ext cx="847828" cy="668589"/>
            <a:chOff x="6207563" y="4190192"/>
            <a:chExt cx="1026243" cy="809286"/>
          </a:xfrm>
        </p:grpSpPr>
        <p:sp>
          <p:nvSpPr>
            <p:cNvPr id="58" name="Ovale 57">
              <a:extLst>
                <a:ext uri="{FF2B5EF4-FFF2-40B4-BE49-F238E27FC236}">
                  <a16:creationId xmlns:a16="http://schemas.microsoft.com/office/drawing/2014/main" id="{8E6116B7-5F63-0223-C6CA-2DCB3776ECFF}"/>
                </a:ext>
              </a:extLst>
            </p:cNvPr>
            <p:cNvSpPr/>
            <p:nvPr/>
          </p:nvSpPr>
          <p:spPr>
            <a:xfrm>
              <a:off x="6468684" y="4190192"/>
              <a:ext cx="504000" cy="504000"/>
            </a:xfrm>
            <a:prstGeom prst="ellipse">
              <a:avLst/>
            </a:prstGeom>
            <a:blipFill rotWithShape="1">
              <a:blip r:embed="rId13"/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700" noProof="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2" name="CasellaDiTesto 61">
              <a:extLst>
                <a:ext uri="{FF2B5EF4-FFF2-40B4-BE49-F238E27FC236}">
                  <a16:creationId xmlns:a16="http://schemas.microsoft.com/office/drawing/2014/main" id="{948AF0C8-142F-A844-5E31-F21F72165276}"/>
                </a:ext>
              </a:extLst>
            </p:cNvPr>
            <p:cNvSpPr txBox="1"/>
            <p:nvPr/>
          </p:nvSpPr>
          <p:spPr>
            <a:xfrm>
              <a:off x="6207563" y="4691590"/>
              <a:ext cx="1026243" cy="307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noProof="0" dirty="0">
                  <a:solidFill>
                    <a:schemeClr val="accent1">
                      <a:lumMod val="75000"/>
                    </a:schemeClr>
                  </a:solidFill>
                </a:rPr>
                <a:t>Medical Imaging and reports</a:t>
              </a:r>
            </a:p>
          </p:txBody>
        </p:sp>
      </p:grp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7BA5432B-30D1-C79D-20D3-6B04342C258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456935" y="4920688"/>
            <a:ext cx="271463" cy="158750"/>
          </a:xfrm>
        </p:spPr>
        <p:txBody>
          <a:bodyPr/>
          <a:lstStyle/>
          <a:p>
            <a:fld id="{73B22ABC-0FED-4D64-8F5D-7D0F97264170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38" name="Immagine 37">
            <a:extLst>
              <a:ext uri="{FF2B5EF4-FFF2-40B4-BE49-F238E27FC236}">
                <a16:creationId xmlns:a16="http://schemas.microsoft.com/office/drawing/2014/main" id="{D38FA8E4-3854-EFD7-6997-D9E801120DD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77534" y="1287013"/>
            <a:ext cx="1637172" cy="958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Ovale 4">
            <a:extLst>
              <a:ext uri="{FF2B5EF4-FFF2-40B4-BE49-F238E27FC236}">
                <a16:creationId xmlns:a16="http://schemas.microsoft.com/office/drawing/2014/main" id="{3EB51E13-2AE7-ABA6-4284-706667834B9A}"/>
              </a:ext>
            </a:extLst>
          </p:cNvPr>
          <p:cNvSpPr/>
          <p:nvPr/>
        </p:nvSpPr>
        <p:spPr>
          <a:xfrm>
            <a:off x="7940233" y="1518413"/>
            <a:ext cx="406381" cy="406381"/>
          </a:xfrm>
          <a:prstGeom prst="ellipse">
            <a:avLst/>
          </a:prstGeom>
          <a:blipFill rotWithShape="1">
            <a:blip r:embed="rId15"/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tint val="50000"/>
              <a:hueOff val="-1327094"/>
              <a:satOff val="7537"/>
              <a:lumOff val="598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6C7B60C3-5B72-A6CA-175D-E85F233626C0}"/>
              </a:ext>
            </a:extLst>
          </p:cNvPr>
          <p:cNvSpPr/>
          <p:nvPr/>
        </p:nvSpPr>
        <p:spPr>
          <a:xfrm>
            <a:off x="7400160" y="1518413"/>
            <a:ext cx="406381" cy="406381"/>
          </a:xfrm>
          <a:prstGeom prst="ellipse">
            <a:avLst/>
          </a:prstGeom>
          <a:blipFill rotWithShape="1">
            <a:blip r:embed="rId16"/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tint val="50000"/>
              <a:hueOff val="-3317734"/>
              <a:satOff val="18842"/>
              <a:lumOff val="1496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40" name="Picture 2" descr="Project home">
            <a:extLst>
              <a:ext uri="{FF2B5EF4-FFF2-40B4-BE49-F238E27FC236}">
                <a16:creationId xmlns:a16="http://schemas.microsoft.com/office/drawing/2014/main" id="{5CE900AF-373A-8529-6C0B-7CAB8ECE0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57" y="2184069"/>
            <a:ext cx="931757" cy="54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Immagine 40">
            <a:extLst>
              <a:ext uri="{FF2B5EF4-FFF2-40B4-BE49-F238E27FC236}">
                <a16:creationId xmlns:a16="http://schemas.microsoft.com/office/drawing/2014/main" id="{A5725DA6-D212-5B51-3728-0CAB7B135D4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56443" y="1426552"/>
            <a:ext cx="1895509" cy="5901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2" name="Freccia a destra 41">
            <a:extLst>
              <a:ext uri="{FF2B5EF4-FFF2-40B4-BE49-F238E27FC236}">
                <a16:creationId xmlns:a16="http://schemas.microsoft.com/office/drawing/2014/main" id="{C92F82F3-7870-9A68-D622-DD23E4950A67}"/>
              </a:ext>
            </a:extLst>
          </p:cNvPr>
          <p:cNvSpPr/>
          <p:nvPr/>
        </p:nvSpPr>
        <p:spPr>
          <a:xfrm>
            <a:off x="4527901" y="1562986"/>
            <a:ext cx="589545" cy="346235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3DD1B719-F7F0-7056-1248-A97ABBB5381F}"/>
              </a:ext>
            </a:extLst>
          </p:cNvPr>
          <p:cNvSpPr txBox="1"/>
          <p:nvPr/>
        </p:nvSpPr>
        <p:spPr>
          <a:xfrm>
            <a:off x="3124800" y="1895399"/>
            <a:ext cx="1425390" cy="27699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0E419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0E4194"/>
                </a:solidFill>
              </a:defRPr>
            </a:lvl1pPr>
          </a:lstStyle>
          <a:p>
            <a:r>
              <a:rPr lang="en-US" noProof="0" dirty="0"/>
              <a:t>Common Models</a:t>
            </a:r>
          </a:p>
        </p:txBody>
      </p:sp>
      <p:sp>
        <p:nvSpPr>
          <p:cNvPr id="70" name="Freccia in giù 69">
            <a:extLst>
              <a:ext uri="{FF2B5EF4-FFF2-40B4-BE49-F238E27FC236}">
                <a16:creationId xmlns:a16="http://schemas.microsoft.com/office/drawing/2014/main" id="{1EB3E062-DFAF-9FB1-A473-1F293E1E5B18}"/>
              </a:ext>
            </a:extLst>
          </p:cNvPr>
          <p:cNvSpPr/>
          <p:nvPr/>
        </p:nvSpPr>
        <p:spPr>
          <a:xfrm>
            <a:off x="686660" y="3123846"/>
            <a:ext cx="476769" cy="640436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3" name="Freccia in giù 72">
            <a:extLst>
              <a:ext uri="{FF2B5EF4-FFF2-40B4-BE49-F238E27FC236}">
                <a16:creationId xmlns:a16="http://schemas.microsoft.com/office/drawing/2014/main" id="{8CCC4485-A1D7-B8BF-3D8A-21BE54125385}"/>
              </a:ext>
            </a:extLst>
          </p:cNvPr>
          <p:cNvSpPr/>
          <p:nvPr/>
        </p:nvSpPr>
        <p:spPr>
          <a:xfrm>
            <a:off x="6120769" y="3123846"/>
            <a:ext cx="476769" cy="640436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073E56B7-FAA7-87C6-613B-98302D69F66F}"/>
              </a:ext>
            </a:extLst>
          </p:cNvPr>
          <p:cNvGrpSpPr/>
          <p:nvPr/>
        </p:nvGrpSpPr>
        <p:grpSpPr>
          <a:xfrm>
            <a:off x="5479261" y="2848690"/>
            <a:ext cx="1777514" cy="428714"/>
            <a:chOff x="5444736" y="2824228"/>
            <a:chExt cx="1777514" cy="428714"/>
          </a:xfrm>
        </p:grpSpPr>
        <p:pic>
          <p:nvPicPr>
            <p:cNvPr id="52" name="Immagine 51" descr="Immagine che contiene testo, schermata, numero, Carattere  Il contenuto generato dall'IA potrebbe non essere corretto.">
              <a:extLst>
                <a:ext uri="{FF2B5EF4-FFF2-40B4-BE49-F238E27FC236}">
                  <a16:creationId xmlns:a16="http://schemas.microsoft.com/office/drawing/2014/main" id="{241D8370-9B52-13CC-C694-F77601400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l="1932" t="8157" r="10504" b="65192"/>
            <a:stretch>
              <a:fillRect/>
            </a:stretch>
          </p:blipFill>
          <p:spPr>
            <a:xfrm>
              <a:off x="5444736" y="2824228"/>
              <a:ext cx="1656000" cy="29424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50" name="Immagine 49" descr="Immagine che contiene testo, schermata, numero, Carattere  Il contenuto generato dall'IA potrebbe non essere corretto.">
              <a:extLst>
                <a:ext uri="{FF2B5EF4-FFF2-40B4-BE49-F238E27FC236}">
                  <a16:creationId xmlns:a16="http://schemas.microsoft.com/office/drawing/2014/main" id="{44C8E25A-0D8E-6918-12DF-2F4F2D0BF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 r="10711" b="64569"/>
            <a:stretch>
              <a:fillRect/>
            </a:stretch>
          </p:blipFill>
          <p:spPr>
            <a:xfrm>
              <a:off x="5566250" y="2958698"/>
              <a:ext cx="1656000" cy="29424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4" name="Freccia in giù 3">
            <a:extLst>
              <a:ext uri="{FF2B5EF4-FFF2-40B4-BE49-F238E27FC236}">
                <a16:creationId xmlns:a16="http://schemas.microsoft.com/office/drawing/2014/main" id="{6ECC18E5-6256-314C-2053-1A42E0130C6B}"/>
              </a:ext>
            </a:extLst>
          </p:cNvPr>
          <p:cNvSpPr/>
          <p:nvPr/>
        </p:nvSpPr>
        <p:spPr>
          <a:xfrm>
            <a:off x="7980166" y="3123846"/>
            <a:ext cx="476769" cy="640436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4" name="Immagine 53" descr="Immagine che contiene testo, schermata, numero, Carattere  Il contenuto generato dall'IA potrebbe non essere corretto.">
            <a:extLst>
              <a:ext uri="{FF2B5EF4-FFF2-40B4-BE49-F238E27FC236}">
                <a16:creationId xmlns:a16="http://schemas.microsoft.com/office/drawing/2014/main" id="{A84011DA-A5E0-AE15-0D7B-79FBEB4EDD5E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3398" t="12449" r="8991" b="52952"/>
          <a:stretch>
            <a:fillRect/>
          </a:stretch>
        </p:blipFill>
        <p:spPr>
          <a:xfrm>
            <a:off x="7390644" y="2896279"/>
            <a:ext cx="1656000" cy="3335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Freccia in giù 5">
            <a:extLst>
              <a:ext uri="{FF2B5EF4-FFF2-40B4-BE49-F238E27FC236}">
                <a16:creationId xmlns:a16="http://schemas.microsoft.com/office/drawing/2014/main" id="{3C700E3F-F4D5-998B-E16E-F7D94EFF9048}"/>
              </a:ext>
            </a:extLst>
          </p:cNvPr>
          <p:cNvSpPr/>
          <p:nvPr/>
        </p:nvSpPr>
        <p:spPr>
          <a:xfrm>
            <a:off x="4274537" y="3123846"/>
            <a:ext cx="476769" cy="640436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ccia in giù 8">
            <a:extLst>
              <a:ext uri="{FF2B5EF4-FFF2-40B4-BE49-F238E27FC236}">
                <a16:creationId xmlns:a16="http://schemas.microsoft.com/office/drawing/2014/main" id="{BB59181E-A668-973D-0FD7-782051E5C433}"/>
              </a:ext>
            </a:extLst>
          </p:cNvPr>
          <p:cNvSpPr/>
          <p:nvPr/>
        </p:nvSpPr>
        <p:spPr>
          <a:xfrm>
            <a:off x="2444687" y="3123846"/>
            <a:ext cx="476769" cy="640436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9" name="Immagine 38">
            <a:extLst>
              <a:ext uri="{FF2B5EF4-FFF2-40B4-BE49-F238E27FC236}">
                <a16:creationId xmlns:a16="http://schemas.microsoft.com/office/drawing/2014/main" id="{FDE262F7-39C8-E92F-01F5-80E4B15B9711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3679" t="2307" r="12715" b="74457"/>
          <a:stretch>
            <a:fillRect/>
          </a:stretch>
        </p:blipFill>
        <p:spPr>
          <a:xfrm>
            <a:off x="91332" y="2896279"/>
            <a:ext cx="1656000" cy="3335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5" name="Immagine 44" descr="Immagine che contiene testo, schermata, numero, Carattere  Il contenuto generato dall'IA potrebbe non essere corretto.">
            <a:extLst>
              <a:ext uri="{FF2B5EF4-FFF2-40B4-BE49-F238E27FC236}">
                <a16:creationId xmlns:a16="http://schemas.microsoft.com/office/drawing/2014/main" id="{2520E282-F078-F3C3-FD7C-92E0FFDE489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2534" t="5807" r="9589" b="53999"/>
          <a:stretch>
            <a:fillRect/>
          </a:stretch>
        </p:blipFill>
        <p:spPr>
          <a:xfrm>
            <a:off x="1860784" y="2896164"/>
            <a:ext cx="1656000" cy="3337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7" name="Immagine 46" descr="Immagine che contiene testo, schermata, numero, Carattere  Il contenuto generato dall'IA potrebbe non essere corretto.">
            <a:extLst>
              <a:ext uri="{FF2B5EF4-FFF2-40B4-BE49-F238E27FC236}">
                <a16:creationId xmlns:a16="http://schemas.microsoft.com/office/drawing/2014/main" id="{972297C7-5094-805A-DFD3-682F910C96F7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3398" t="12449" r="8991" b="52952"/>
          <a:stretch>
            <a:fillRect/>
          </a:stretch>
        </p:blipFill>
        <p:spPr>
          <a:xfrm>
            <a:off x="3675049" y="2896279"/>
            <a:ext cx="1656000" cy="3335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4553743-D301-1C35-D03E-1B9AE540EA17}"/>
              </a:ext>
            </a:extLst>
          </p:cNvPr>
          <p:cNvSpPr txBox="1"/>
          <p:nvPr/>
        </p:nvSpPr>
        <p:spPr>
          <a:xfrm>
            <a:off x="446659" y="1474791"/>
            <a:ext cx="12779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100" b="1" dirty="0">
                <a:solidFill>
                  <a:srgbClr val="0E4194"/>
                </a:solidFill>
              </a:rPr>
              <a:t>Content </a:t>
            </a:r>
          </a:p>
        </p:txBody>
      </p:sp>
    </p:spTree>
    <p:extLst>
      <p:ext uri="{BB962C8B-B14F-4D97-AF65-F5344CB8AC3E}">
        <p14:creationId xmlns:p14="http://schemas.microsoft.com/office/powerpoint/2010/main" val="2073289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F7F2-65B5-8118-25A8-CE15E428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AB01A4-F96C-9864-B41B-49076F7FD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Current Status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DA52180-B98A-A6AE-1382-D885FD68B4F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200150" y="4717822"/>
            <a:ext cx="4530725" cy="15875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® Health Level Seven and HL7 are registered trademarks of Health Level Seven International, registered with the United States Patent and Trademark Office.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ECE5C55-7C71-ABE5-9732-0F64B5236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73B22ABC-0FED-4D64-8F5D-7D0F97264170}" type="slidenum">
              <a:rPr lang="en-US" altLang="en-US" smtClean="0"/>
              <a:pPr>
                <a:spcAft>
                  <a:spcPts val="600"/>
                </a:spcAft>
              </a:pPr>
              <a:t>5</a:t>
            </a:fld>
            <a:endParaRPr lang="en-US" altLang="en-US"/>
          </a:p>
        </p:txBody>
      </p:sp>
      <p:graphicFrame>
        <p:nvGraphicFramePr>
          <p:cNvPr id="7" name="Segnaposto testo 2">
            <a:extLst>
              <a:ext uri="{FF2B5EF4-FFF2-40B4-BE49-F238E27FC236}">
                <a16:creationId xmlns:a16="http://schemas.microsoft.com/office/drawing/2014/main" id="{6B35B7A5-2D96-A882-A1B6-0F643199FE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4091971"/>
              </p:ext>
            </p:extLst>
          </p:nvPr>
        </p:nvGraphicFramePr>
        <p:xfrm>
          <a:off x="663959" y="1155356"/>
          <a:ext cx="7851391" cy="3395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9" name="Immagine 18">
            <a:extLst>
              <a:ext uri="{FF2B5EF4-FFF2-40B4-BE49-F238E27FC236}">
                <a16:creationId xmlns:a16="http://schemas.microsoft.com/office/drawing/2014/main" id="{2241950D-4A16-0401-EFFD-6749F9C23E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6747" y="116684"/>
            <a:ext cx="796781" cy="796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80932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B491-D5C3-0119-70F9-168B765A8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a 9">
            <a:extLst>
              <a:ext uri="{FF2B5EF4-FFF2-40B4-BE49-F238E27FC236}">
                <a16:creationId xmlns:a16="http://schemas.microsoft.com/office/drawing/2014/main" id="{048BDBBF-EDAB-D3FE-ABEC-491FD8A574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1314024"/>
              </p:ext>
            </p:extLst>
          </p:nvPr>
        </p:nvGraphicFramePr>
        <p:xfrm>
          <a:off x="-612787" y="1142112"/>
          <a:ext cx="10119701" cy="3472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olo 1">
            <a:extLst>
              <a:ext uri="{FF2B5EF4-FFF2-40B4-BE49-F238E27FC236}">
                <a16:creationId xmlns:a16="http://schemas.microsoft.com/office/drawing/2014/main" id="{E378BDED-65FA-A598-388E-780C671C5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Links for HL7 FHIR IGs (R4)</a:t>
            </a:r>
          </a:p>
        </p:txBody>
      </p:sp>
    </p:spTree>
    <p:extLst>
      <p:ext uri="{BB962C8B-B14F-4D97-AF65-F5344CB8AC3E}">
        <p14:creationId xmlns:p14="http://schemas.microsoft.com/office/powerpoint/2010/main" val="628727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32D3FB-00B3-D1CB-973E-B04B7EB9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647" y="205979"/>
            <a:ext cx="8229600" cy="782327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Plan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46588-E791-719B-97DF-3FB9C5E45EF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200150" y="4792663"/>
            <a:ext cx="4530725" cy="15875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® Health Level Seven and HL7 are registered trademarks of Health Level Seven International, registered with the United States Patent and Trademark Office.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F99F94C-B319-74FC-2555-9A1112D354A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480425" y="4792663"/>
            <a:ext cx="271463" cy="15875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73B22ABC-0FED-4D64-8F5D-7D0F97264170}" type="slidenum">
              <a:rPr lang="en-US" altLang="en-US" smtClean="0"/>
              <a:pPr>
                <a:spcAft>
                  <a:spcPts val="600"/>
                </a:spcAft>
              </a:pPr>
              <a:t>7</a:t>
            </a:fld>
            <a:endParaRPr lang="en-US" altLang="en-US"/>
          </a:p>
        </p:txBody>
      </p:sp>
      <p:graphicFrame>
        <p:nvGraphicFramePr>
          <p:cNvPr id="3" name="Diagramma 2">
            <a:extLst>
              <a:ext uri="{FF2B5EF4-FFF2-40B4-BE49-F238E27FC236}">
                <a16:creationId xmlns:a16="http://schemas.microsoft.com/office/drawing/2014/main" id="{285D7A67-4757-675C-07E6-58C1598CF049}"/>
              </a:ext>
            </a:extLst>
          </p:cNvPr>
          <p:cNvGraphicFramePr/>
          <p:nvPr/>
        </p:nvGraphicFramePr>
        <p:xfrm>
          <a:off x="613647" y="1165122"/>
          <a:ext cx="8043656" cy="3288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magine 5">
            <a:extLst>
              <a:ext uri="{FF2B5EF4-FFF2-40B4-BE49-F238E27FC236}">
                <a16:creationId xmlns:a16="http://schemas.microsoft.com/office/drawing/2014/main" id="{E986B619-43EF-4F52-A033-AA49BC4B93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6747" y="116684"/>
            <a:ext cx="796781" cy="796781"/>
          </a:xfrm>
          <a:prstGeom prst="rect">
            <a:avLst/>
          </a:prstGeom>
          <a:noFill/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772F0C2-B5AF-1851-4DF6-ED090EE04818}"/>
              </a:ext>
            </a:extLst>
          </p:cNvPr>
          <p:cNvSpPr txBox="1"/>
          <p:nvPr/>
        </p:nvSpPr>
        <p:spPr>
          <a:xfrm>
            <a:off x="1818861" y="1595230"/>
            <a:ext cx="6584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00B050"/>
                </a:solidFill>
                <a:sym typeface="Webdings" panose="05030102010509060703" pitchFamily="18" charset="2"/>
              </a:rPr>
              <a:t></a:t>
            </a:r>
            <a:endParaRPr lang="en-US" sz="4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108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HL7_PowerPoint_EduWebinar_032119</Template>
  <TotalTime>6375</TotalTime>
  <Words>665</Words>
  <Application>Microsoft Office PowerPoint</Application>
  <PresentationFormat>Presentazione su schermo (16:9)</PresentationFormat>
  <Paragraphs>101</Paragraphs>
  <Slides>7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Trebuchet MS</vt:lpstr>
      <vt:lpstr>Webdings</vt:lpstr>
      <vt:lpstr>Office Theme</vt:lpstr>
      <vt:lpstr>Personalizza struttura</vt:lpstr>
      <vt:lpstr>Presentazione standard di PowerPoint</vt:lpstr>
      <vt:lpstr>Presentazione standard di PowerPoint</vt:lpstr>
      <vt:lpstr>Collaborative Development in Motion</vt:lpstr>
      <vt:lpstr>The HL7 FHIR IG ecosystem for EHDS</vt:lpstr>
      <vt:lpstr>Current Status</vt:lpstr>
      <vt:lpstr>Links for HL7 FHIR IGs (R4)</vt:lpstr>
      <vt:lpstr>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HEADLINE  GOES HERE</dc:title>
  <dc:creator>Patricia Guerra</dc:creator>
  <cp:lastModifiedBy>Giorgio Cangioli</cp:lastModifiedBy>
  <cp:revision>134</cp:revision>
  <dcterms:created xsi:type="dcterms:W3CDTF">2019-03-22T18:05:01Z</dcterms:created>
  <dcterms:modified xsi:type="dcterms:W3CDTF">2026-06-15T14:55:13Z</dcterms:modified>
</cp:coreProperties>
</file>